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E8CF6-DCAC-EFFB-90BD-BF825F72E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74E80-35C8-A62C-84DD-4322E4062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7922-A35B-B4CC-635A-3A6175848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A0168-EB40-45AF-89A1-87DE0A55FFC6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9BBEE-128F-2613-23AB-9EC4DE56A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999F-9E30-779F-CB4B-E8E91186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4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D7DC-86BA-C645-C6FD-264E949E2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D6B1D-C51E-A79C-24BB-86C2E1A4B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07EC3-8B85-1EB6-93B6-8FA27835C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F82EE-C4EC-CF1F-7647-CB52D47BC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D100-1EE2-89A5-7D2D-97B96956B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C822-0FE8-E7B1-C4AE-452023E9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B5377-1A35-27F8-B14B-A222787A6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69F30-F31F-4F97-8C13-57AB0203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5506-6815-4E0E-B1DE-ECA35C2016DF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ECBD3-4428-6D8B-1154-0933C9F2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55498-1D69-43C6-EE27-0B83DF1B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738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1964D-E9DC-7BC9-842C-E26C2F061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7A5C7-1A89-050C-00B9-44F5E5EC1D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77C7B-4B51-7532-4216-F59DD57CD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D34F7-52A3-BFCB-5E9C-4A320B927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E85F7-A724-48A4-9D33-CEBC5174E865}" type="datetime1">
              <a:rPr lang="en-US" smtClean="0"/>
              <a:t>9/29/2022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DD1EA0-496A-0686-8C4B-1F365EB72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48AC2-DB4E-80E5-0DC1-B33B1FD67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41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2142D-3A90-D51F-83EC-24214D09A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2ECEE-A603-F5CA-D3F2-117C6ADDEB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E485CD-D1B9-E2E6-8830-47A34B631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1CB7B-6CF5-AAF7-6B31-1CE85B388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B1377F-682B-E843-7758-145F70CCD6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8CE0B-7DC9-CAED-266A-13FD47609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06E7A-BDD3-46A3-BEE2-EB821F9236B4}" type="datetime1">
              <a:rPr lang="en-US" smtClean="0"/>
              <a:t>9/29/2022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149DF-5AB1-C3EA-A0D7-9F77238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34274-B893-7BC8-4893-A2614ED0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16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E90C9-AEB6-0392-153C-394331B4A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B02D7E-4EBB-21C9-49AF-73023209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1540C-9440-4E7A-B71A-BEFEE06869E3}" type="datetime1">
              <a:rPr lang="en-US" smtClean="0"/>
              <a:t>9/29/2022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C4BE76-9500-6BDF-C82E-82989C26B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BC15-B3D4-ADF6-8A4D-DCA6BC35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12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8B9C7-9396-0597-3A14-475FB2EA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18DDB-88AC-4039-B59C-B05DC4C9C16C}" type="datetime1">
              <a:rPr lang="en-US" smtClean="0"/>
              <a:t>9/29/2022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1213E-5DB0-0011-D350-CBAA22BC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C6417-F687-54A7-0083-30AA54FC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5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2609A-6D53-E84E-2463-2BE1A527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19151-1693-6A92-F9D4-777372BAE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3A5FD-7146-F362-1924-E503C19ADB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D9CF-B13D-D496-77D2-C368EC57C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2ABFB-60E7-4BA1-866A-7059F058065B}" type="datetime1">
              <a:rPr lang="en-US" smtClean="0"/>
              <a:t>9/29/2022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87726-BCE1-AAD6-C42E-379F4CAA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BE59B-3534-1DCE-21AF-AA5485B6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68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FFA29-7B47-6FCE-4684-E4FED355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C2BEA-AC87-15B0-8715-12453CF42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06FB1-498B-47C0-0FE5-5FCCE639F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53671-2B97-5EDA-D630-755A7EA4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4112F-55F4-4776-A323-7418930321C8}" type="datetime1">
              <a:rPr lang="en-US" smtClean="0"/>
              <a:t>9/29/2022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40CF1-58E2-93F4-0A47-E231E02B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C46D4-B7BF-5098-BFC9-AD120B0E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53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929E-3BC4-3543-13AF-C645DC99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14F96-C2BD-086D-C3D4-90987767A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EF99-CA32-0FC9-4AA4-F0206998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CA68F-747D-436A-B5BB-2EBC3ED499E4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0922-7744-ADC0-3969-AE69793F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85309-6A54-DA5A-A81B-464C367EA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8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C4C23F-7FDA-CA13-FFB0-B6FDA12BC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D0019-2FC4-5C16-0E5E-E590BDDD5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F1E89-1C12-FEF4-4787-61666DBB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DC11-9E39-40A0-B3DC-E3F2AD04A616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A4945-3ACD-E3D2-2BD7-17EBD3EC9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68303-958C-6D66-72F6-84AC4AA1C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288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28CBBD-CB25-94A2-376F-60CE93619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BD3B-D5D2-E884-1856-CA5F476D6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38AAE-A5F2-5499-A7AC-C549C7E6C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EA57F-793F-4683-BD8A-741FD4B89154}" type="datetime1">
              <a:rPr lang="en-US" smtClean="0"/>
              <a:t>9/29/2022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6E888-A67B-1D97-8400-7302CD0A4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89F40-EBA9-28DC-1007-28C71EF01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D2C36F-4504-47C0-B82F-A167342A27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Video 3">
            <a:extLst>
              <a:ext uri="{FF2B5EF4-FFF2-40B4-BE49-F238E27FC236}">
                <a16:creationId xmlns:a16="http://schemas.microsoft.com/office/drawing/2014/main" id="{46209CFF-0EDF-737E-E3C4-995214FFF5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84" r="-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C9DBAE-3572-2F5D-E91C-C2DDF0611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475" y="658807"/>
            <a:ext cx="8891690" cy="1035463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Changes I have made for local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80CFD-59A3-E357-8A7E-343A398B8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25403"/>
            <a:ext cx="9542753" cy="1346397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Separating Francis’ “Control” and Katie’s “T1”</a:t>
            </a:r>
          </a:p>
        </p:txBody>
      </p:sp>
    </p:spTree>
    <p:extLst>
      <p:ext uri="{BB962C8B-B14F-4D97-AF65-F5344CB8AC3E}">
        <p14:creationId xmlns:p14="http://schemas.microsoft.com/office/powerpoint/2010/main" val="27812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34C4-D6F4-70E4-B6E2-53BCAAE4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among landscape vars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A869-3D2E-4569-473B-3973B9C9E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11837"/>
            <a:ext cx="10515600" cy="36512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think it’s fine still?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784F9-DD2E-CBC6-5619-E6FF4532A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19ED-C681-310D-D9DD-59AB91FCC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9440" y="5019833"/>
            <a:ext cx="4114800" cy="365125"/>
          </a:xfrm>
        </p:spPr>
        <p:txBody>
          <a:bodyPr/>
          <a:lstStyle/>
          <a:p>
            <a:r>
              <a:rPr lang="en-US" dirty="0" err="1"/>
              <a:t>pLand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CDDE1-1E6D-9E4D-7D4B-2A69136F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6B5571-ED0E-1139-D3E8-B172BBD2D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0" y="1730422"/>
            <a:ext cx="4114800" cy="3110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594C43-0B82-AE2E-03C8-2262154FE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798" y="1621552"/>
            <a:ext cx="4114800" cy="3110023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42B6CD-514E-6AFF-3E7A-7E5B0D71BC18}"/>
              </a:ext>
            </a:extLst>
          </p:cNvPr>
          <p:cNvSpPr txBox="1">
            <a:spLocks/>
          </p:cNvSpPr>
          <p:nvPr/>
        </p:nvSpPr>
        <p:spPr>
          <a:xfrm>
            <a:off x="4558602" y="487132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LPI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911740D-0FFD-43EC-95D8-F2D6E90AD40A}"/>
              </a:ext>
            </a:extLst>
          </p:cNvPr>
          <p:cNvSpPr txBox="1">
            <a:spLocks/>
          </p:cNvSpPr>
          <p:nvPr/>
        </p:nvSpPr>
        <p:spPr>
          <a:xfrm>
            <a:off x="8216202" y="472281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ENN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37F6F-D0B5-4525-C4BD-DE5C18137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792" y="1621552"/>
            <a:ext cx="4114798" cy="311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6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209924F-BF41-8595-5EB4-D1667478C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48" y="1485900"/>
            <a:ext cx="7593477" cy="573925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4E0F9-EC22-35C0-792C-99FEE434A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6" y="136525"/>
            <a:ext cx="8353424" cy="23368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                 </a:t>
            </a:r>
            <a:r>
              <a:rPr lang="en-US" sz="2400" dirty="0" err="1"/>
              <a:t>pland</a:t>
            </a:r>
            <a:r>
              <a:rPr lang="en-US" sz="2400" dirty="0"/>
              <a:t>                 </a:t>
            </a:r>
            <a:r>
              <a:rPr lang="en-US" sz="2400" dirty="0" err="1"/>
              <a:t>lpi</a:t>
            </a:r>
            <a:r>
              <a:rPr lang="en-US" sz="2400" dirty="0"/>
              <a:t>                    </a:t>
            </a:r>
            <a:r>
              <a:rPr lang="en-US" sz="2400" dirty="0" err="1"/>
              <a:t>enn</a:t>
            </a: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pland</a:t>
            </a:r>
            <a:r>
              <a:rPr lang="en-US" sz="2400" dirty="0"/>
              <a:t>  1.0000000     0.1819472462     -0.6958556927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lpi</a:t>
            </a:r>
            <a:r>
              <a:rPr lang="en-US" sz="2400" dirty="0"/>
              <a:t>    0.1819472        1.0000000000       0.0008583432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enn</a:t>
            </a:r>
            <a:r>
              <a:rPr lang="en-US" sz="2400" dirty="0"/>
              <a:t>  -0.6958557      0.0008583432       1.0000000000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842491-7341-11F0-F942-D08F5787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8E054-08F6-B9C6-2B18-47F2255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C01B-C374-FD17-3811-C20EA7B4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050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Lightbulb idea concept">
            <a:extLst>
              <a:ext uri="{FF2B5EF4-FFF2-40B4-BE49-F238E27FC236}">
                <a16:creationId xmlns:a16="http://schemas.microsoft.com/office/drawing/2014/main" id="{60A7094A-8CDF-6515-B99A-53048841DC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30" b="3"/>
          <a:stretch/>
        </p:blipFill>
        <p:spPr>
          <a:xfrm>
            <a:off x="-6650" y="0"/>
            <a:ext cx="4487209" cy="2460325"/>
          </a:xfrm>
          <a:prstGeom prst="rect">
            <a:avLst/>
          </a:prstGeom>
        </p:spPr>
      </p:pic>
      <p:pic>
        <p:nvPicPr>
          <p:cNvPr id="20" name="Picture 19" descr="Lightbulb idea concept">
            <a:extLst>
              <a:ext uri="{FF2B5EF4-FFF2-40B4-BE49-F238E27FC236}">
                <a16:creationId xmlns:a16="http://schemas.microsoft.com/office/drawing/2014/main" id="{59B1511A-33D3-E873-569D-532A137369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012" r="430" b="3"/>
          <a:stretch/>
        </p:blipFill>
        <p:spPr>
          <a:xfrm>
            <a:off x="4480559" y="-1"/>
            <a:ext cx="4897121" cy="2460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D6524A5-7462-62B2-AF6D-C9FC092AC4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5872" r="-2" b="2779"/>
          <a:stretch/>
        </p:blipFill>
        <p:spPr>
          <a:xfrm>
            <a:off x="2220702" y="2460324"/>
            <a:ext cx="7750596" cy="439767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7947C-84DF-AC01-4CBF-74D25853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81D2C36F-4504-47C0-B82F-A167342A2754}" type="slidenum">
              <a:rPr lang="en-US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4</a:t>
            </a:fld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EF40B28-234F-9981-9216-FD12B05F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Probably not a bad idea </a:t>
            </a:r>
            <a:b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(based on body length)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6B4BB98-3766-4DC8-2EF5-0B4DA2148032}"/>
              </a:ext>
            </a:extLst>
          </p:cNvPr>
          <p:cNvSpPr/>
          <p:nvPr/>
        </p:nvSpPr>
        <p:spPr>
          <a:xfrm>
            <a:off x="6257925" y="2460323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C2B03B-C2CF-57EA-372A-0DAF6A7AFD55}"/>
              </a:ext>
            </a:extLst>
          </p:cNvPr>
          <p:cNvSpPr/>
          <p:nvPr/>
        </p:nvSpPr>
        <p:spPr>
          <a:xfrm>
            <a:off x="3325919" y="3373580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63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98965-AA39-B6B1-908D-72BEA0E0C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it enough to just separate Francis and Katie’s control/T1s?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78598-3C7D-8490-FC4D-983441F71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do I need to change the way I run the </a:t>
            </a:r>
            <a:r>
              <a:rPr lang="en-US"/>
              <a:t>nulls somehow?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B143F-B125-AFBE-2AA6-1DB6399B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9/29/2022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DF30D-F6DC-BC50-E47B-A323B617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39E5B-5267-5970-0DDD-B91CC019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94A7D-086F-8C7E-A8B5-3DDC1921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909762"/>
            <a:ext cx="104394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280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96</Words>
  <Application>Microsoft Office PowerPoint</Application>
  <PresentationFormat>Widescreen</PresentationFormat>
  <Paragraphs>27</Paragraphs>
  <Slides>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Changes I have made for local analysis</vt:lpstr>
      <vt:lpstr>Relationships among landscape vars</vt:lpstr>
      <vt:lpstr>PowerPoint Presentation</vt:lpstr>
      <vt:lpstr>Probably not a bad idea  (based on body length)</vt:lpstr>
      <vt:lpstr>Was it enough to just separate Francis and Katie’s control/T1s?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I have made for local analysis</dc:title>
  <dc:creator>Shepard, Caralee A.</dc:creator>
  <cp:lastModifiedBy>Shepard, Caralee A.</cp:lastModifiedBy>
  <cp:revision>2</cp:revision>
  <dcterms:created xsi:type="dcterms:W3CDTF">2022-09-27T11:59:17Z</dcterms:created>
  <dcterms:modified xsi:type="dcterms:W3CDTF">2022-09-29T21:13:26Z</dcterms:modified>
</cp:coreProperties>
</file>