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9" r:id="rId3"/>
    <p:sldId id="260" r:id="rId4"/>
    <p:sldId id="257" r:id="rId5"/>
    <p:sldId id="258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E8CF6-DCAC-EFFB-90BD-BF825F72ED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674E80-35C8-A62C-84DD-4322E4062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407922-A35B-B4CC-635A-3A6175848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A0168-EB40-45AF-89A1-87DE0A55FFC6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9BBEE-128F-2613-23AB-9EC4DE56A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A999F-9E30-779F-CB4B-E8E911865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049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CD7DC-86BA-C645-C6FD-264E949E2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D6B1D-C51E-A79C-24BB-86C2E1A4BC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07EC3-8B85-1EB6-93B6-8FA27835C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6F82EE-C4EC-CF1F-7647-CB52D47BC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E6D100-1EE2-89A5-7D2D-97B96956B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3530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5C822-0FE8-E7B1-C4AE-452023E94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7B5377-1A35-27F8-B14B-A222787A62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F69F30-F31F-4F97-8C13-57AB02038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05506-6815-4E0E-B1DE-ECA35C2016DF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ECBD3-4428-6D8B-1154-0933C9F2E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B55498-1D69-43C6-EE27-0B83DF1BB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738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1964D-E9DC-7BC9-842C-E26C2F061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7A5C7-1A89-050C-00B9-44F5E5EC1D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577C7B-4B51-7532-4216-F59DD57CDB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0D34F7-52A3-BFCB-5E9C-4A320B927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E85F7-A724-48A4-9D33-CEBC5174E865}" type="datetime1">
              <a:rPr lang="en-US" smtClean="0"/>
              <a:t>10/3/2022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DD1EA0-496A-0686-8C4B-1F365EB72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F48AC2-DB4E-80E5-0DC1-B33B1FD67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417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2142D-3A90-D51F-83EC-24214D09A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2ECEE-A603-F5CA-D3F2-117C6ADDEB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E485CD-D1B9-E2E6-8830-47A34B631A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A1CB7B-6CF5-AAF7-6B31-1CE85B388D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B1377F-682B-E843-7758-145F70CCD6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08CE0B-7DC9-CAED-266A-13FD47609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06E7A-BDD3-46A3-BEE2-EB821F9236B4}" type="datetime1">
              <a:rPr lang="en-US" smtClean="0"/>
              <a:t>10/3/2022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4149DF-5AB1-C3EA-A0D7-9F772382D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034274-B893-7BC8-4893-A2614ED0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616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E90C9-AEB6-0392-153C-394331B4A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B02D7E-4EBB-21C9-49AF-73023209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1540C-9440-4E7A-B71A-BEFEE06869E3}" type="datetime1">
              <a:rPr lang="en-US" smtClean="0"/>
              <a:t>10/3/2022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C4BE76-9500-6BDF-C82E-82989C26B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10BC15-B3D4-ADF6-8A4D-DCA6BC35C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121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B8B9C7-9396-0597-3A14-475FB2EAE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18DDB-88AC-4039-B59C-B05DC4C9C16C}" type="datetime1">
              <a:rPr lang="en-US" smtClean="0"/>
              <a:t>10/3/2022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C1213E-5DB0-0011-D350-CBAA22BC4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3C6417-F687-54A7-0083-30AA54FCE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857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2609A-6D53-E84E-2463-2BE1A5276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819151-1693-6A92-F9D4-777372BAEC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B3A5FD-7146-F362-1924-E503C19ADB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E0D9CF-B13D-D496-77D2-C368EC57C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82ABFB-60E7-4BA1-866A-7059F058065B}" type="datetime1">
              <a:rPr lang="en-US" smtClean="0"/>
              <a:t>10/3/2022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787726-BCE1-AAD6-C42E-379F4CAAF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6BE59B-3534-1DCE-21AF-AA5485B64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068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FFA29-7B47-6FCE-4684-E4FED3555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AC2BEA-AC87-15B0-8715-12453CF42B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106FB1-498B-47C0-0FE5-5FCCE639FF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953671-2B97-5EDA-D630-755A7EA4A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4112F-55F4-4776-A323-7418930321C8}" type="datetime1">
              <a:rPr lang="en-US" smtClean="0"/>
              <a:t>10/3/2022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440CF1-58E2-93F4-0A47-E231E02BD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FC46D4-B7BF-5098-BFC9-AD120B0E8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0539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B929E-3BC4-3543-13AF-C645DC99F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A14F96-C2BD-086D-C3D4-90987767A0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DEF99-CA32-0FC9-4AA4-F0206998A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8CA68F-747D-436A-B5BB-2EBC3ED499E4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F80922-7744-ADC0-3969-AE69793F8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C85309-6A54-DA5A-A81B-464C367EA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187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C4C23F-7FDA-CA13-FFB0-B6FDA12BC5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BD0019-2FC4-5C16-0E5E-E590BDDD56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DF1E89-1C12-FEF4-4787-61666DBBB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8DC11-9E39-40A0-B3DC-E3F2AD04A616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9A4945-3ACD-E3D2-2BD7-17EBD3EC9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68303-958C-6D66-72F6-84AC4AA1C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288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228CBBD-CB25-94A2-376F-60CE93619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7EBD3B-D5D2-E884-1856-CA5F476D63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838AAE-A5F2-5499-A7AC-C549C7E6CC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BEA57F-793F-4683-BD8A-741FD4B89154}" type="datetime1">
              <a:rPr lang="en-US" smtClean="0"/>
              <a:t>10/3/2022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6E888-A67B-1D97-8400-7302CD0A4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789F40-EBA9-28DC-1007-28C71EF01E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D2C36F-4504-47C0-B82F-A167342A27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99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Video 3">
            <a:extLst>
              <a:ext uri="{FF2B5EF4-FFF2-40B4-BE49-F238E27FC236}">
                <a16:creationId xmlns:a16="http://schemas.microsoft.com/office/drawing/2014/main" id="{46209CFF-0EDF-737E-E3C4-995214FFF5D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4"/>
          <a:srcRect t="284" r="-1" b="-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C9DBAE-3572-2F5D-E91C-C2DDF0611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8475" y="658807"/>
            <a:ext cx="8891690" cy="1035463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Changes I have made for local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80CFD-59A3-E357-8A7E-343A398B80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4225403"/>
            <a:ext cx="9542753" cy="1346397"/>
          </a:xfrm>
        </p:spPr>
        <p:txBody>
          <a:bodyPr anchor="b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Separating Francis’ “Control” and Katie’s “T1”</a:t>
            </a:r>
          </a:p>
        </p:txBody>
      </p:sp>
    </p:spTree>
    <p:extLst>
      <p:ext uri="{BB962C8B-B14F-4D97-AF65-F5344CB8AC3E}">
        <p14:creationId xmlns:p14="http://schemas.microsoft.com/office/powerpoint/2010/main" val="278125143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mute="1">
                <p:cTn id="2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B34C4-D6F4-70E4-B6E2-53BCAAE40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Relationships among landscape vars</a:t>
            </a:r>
            <a:br>
              <a:rPr lang="en-US" dirty="0"/>
            </a:br>
            <a:r>
              <a:rPr lang="en-US" dirty="0"/>
              <a:t> </a:t>
            </a:r>
            <a:r>
              <a:rPr lang="en-US" dirty="0" err="1"/>
              <a:t>dotchart</a:t>
            </a:r>
            <a:r>
              <a:rPr lang="en-US" dirty="0"/>
              <a:t>(land$#var#, </a:t>
            </a:r>
            <a:r>
              <a:rPr lang="en-US" dirty="0" err="1"/>
              <a:t>pch</a:t>
            </a:r>
            <a:r>
              <a:rPr lang="en-US" dirty="0"/>
              <a:t> = 19)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8A869-3D2E-4569-473B-3973B9C9E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11837"/>
            <a:ext cx="10515600" cy="36512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 think it’s fine still?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784F9-DD2E-CBC6-5619-E6FF4532A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CD19ED-C681-310D-D9DD-59AB91FCC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9440" y="5019833"/>
            <a:ext cx="4114800" cy="365125"/>
          </a:xfrm>
        </p:spPr>
        <p:txBody>
          <a:bodyPr/>
          <a:lstStyle/>
          <a:p>
            <a:r>
              <a:rPr lang="en-US" dirty="0" err="1"/>
              <a:t>pLand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4CDDE1-1E6D-9E4D-7D4B-2A69136F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6B5571-ED0E-1139-D3E8-B172BBD2D4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10" y="1730422"/>
            <a:ext cx="4114800" cy="311002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594C43-0B82-AE2E-03C8-2262154FEC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798" y="1621552"/>
            <a:ext cx="4114800" cy="3110023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642B6CD-514E-6AFF-3E7A-7E5B0D71BC18}"/>
              </a:ext>
            </a:extLst>
          </p:cNvPr>
          <p:cNvSpPr txBox="1">
            <a:spLocks/>
          </p:cNvSpPr>
          <p:nvPr/>
        </p:nvSpPr>
        <p:spPr>
          <a:xfrm>
            <a:off x="4558602" y="487132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LPI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9911740D-0FFD-43EC-95D8-F2D6E90AD40A}"/>
              </a:ext>
            </a:extLst>
          </p:cNvPr>
          <p:cNvSpPr txBox="1">
            <a:spLocks/>
          </p:cNvSpPr>
          <p:nvPr/>
        </p:nvSpPr>
        <p:spPr>
          <a:xfrm>
            <a:off x="8216202" y="472281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ENN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5737F6F-D0B5-4525-C4BD-DE5C181370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6792" y="1621552"/>
            <a:ext cx="4114798" cy="3110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686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209924F-BF41-8595-5EB4-D1667478C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548" y="1485900"/>
            <a:ext cx="7593477" cy="573925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44E0F9-EC22-35C0-792C-99FEE434AB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7176" y="136525"/>
            <a:ext cx="8353424" cy="23368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                 </a:t>
            </a:r>
            <a:r>
              <a:rPr lang="en-US" sz="2400" dirty="0" err="1"/>
              <a:t>pland</a:t>
            </a:r>
            <a:r>
              <a:rPr lang="en-US" sz="2400" dirty="0"/>
              <a:t>                 </a:t>
            </a:r>
            <a:r>
              <a:rPr lang="en-US" sz="2400" dirty="0" err="1"/>
              <a:t>lpi</a:t>
            </a:r>
            <a:r>
              <a:rPr lang="en-US" sz="2400" dirty="0"/>
              <a:t>                    </a:t>
            </a:r>
            <a:r>
              <a:rPr lang="en-US" sz="2400" dirty="0" err="1"/>
              <a:t>enn</a:t>
            </a:r>
            <a:endParaRPr lang="en-US" sz="2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 err="1"/>
              <a:t>pland</a:t>
            </a:r>
            <a:r>
              <a:rPr lang="en-US" sz="2400" dirty="0"/>
              <a:t>  1.0000000     0.1819472462     -0.6958556927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 err="1"/>
              <a:t>lpi</a:t>
            </a:r>
            <a:r>
              <a:rPr lang="en-US" sz="2400" dirty="0"/>
              <a:t>    0.1819472        1.0000000000       0.0008583432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 err="1"/>
              <a:t>enn</a:t>
            </a:r>
            <a:r>
              <a:rPr lang="en-US" sz="2400" dirty="0"/>
              <a:t>  -0.6958557      0.0008583432       1.0000000000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842491-7341-11F0-F942-D08F57878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68E054-08F6-B9C6-2B18-47F2255D9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BAC01B-C374-FD17-3811-C20EA7B4B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3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35417E-A2F1-4694-7E13-2E4D3C6CACBA}"/>
              </a:ext>
            </a:extLst>
          </p:cNvPr>
          <p:cNvSpPr txBox="1"/>
          <p:nvPr/>
        </p:nvSpPr>
        <p:spPr>
          <a:xfrm>
            <a:off x="190500" y="2857500"/>
            <a:ext cx="481012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plot(land[2:4], </a:t>
            </a:r>
            <a:r>
              <a:rPr lang="en-US" sz="2800" dirty="0" err="1"/>
              <a:t>pch</a:t>
            </a:r>
            <a:r>
              <a:rPr lang="en-US" sz="2800" dirty="0"/>
              <a:t> = 19)</a:t>
            </a:r>
          </a:p>
          <a:p>
            <a:endParaRPr lang="en-US" sz="2800" dirty="0"/>
          </a:p>
          <a:p>
            <a:r>
              <a:rPr lang="en-US" sz="2800" dirty="0" err="1"/>
              <a:t>cor</a:t>
            </a:r>
            <a:r>
              <a:rPr lang="en-US" sz="2800" dirty="0"/>
              <a:t>(land[2:4], method = c("</a:t>
            </a:r>
            <a:r>
              <a:rPr lang="en-US" sz="2800" dirty="0" err="1"/>
              <a:t>pearson</a:t>
            </a:r>
            <a:r>
              <a:rPr lang="en-US" sz="2800" dirty="0"/>
              <a:t>"), use = "</a:t>
            </a:r>
            <a:r>
              <a:rPr lang="en-US" sz="2800" dirty="0" err="1"/>
              <a:t>complete.obs</a:t>
            </a:r>
            <a:r>
              <a:rPr lang="en-US" sz="2800" dirty="0"/>
              <a:t>")</a:t>
            </a:r>
          </a:p>
        </p:txBody>
      </p:sp>
    </p:spTree>
    <p:extLst>
      <p:ext uri="{BB962C8B-B14F-4D97-AF65-F5344CB8AC3E}">
        <p14:creationId xmlns:p14="http://schemas.microsoft.com/office/powerpoint/2010/main" val="2372050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3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D6524A5-7462-62B2-AF6D-C9FC092AC46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872" r="-2" b="2779"/>
          <a:stretch/>
        </p:blipFill>
        <p:spPr>
          <a:xfrm>
            <a:off x="2220702" y="2460324"/>
            <a:ext cx="7750596" cy="439767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7947C-84DF-AC01-4CBF-74D25853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ellipse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defRPr/>
            </a:pPr>
            <a:fld id="{81D2C36F-4504-47C0-B82F-A167342A2754}" type="slidenum">
              <a:rPr lang="en-US"/>
              <a:pPr>
                <a:lnSpc>
                  <a:spcPct val="90000"/>
                </a:lnSpc>
                <a:spcAft>
                  <a:spcPts val="600"/>
                </a:spcAft>
                <a:defRPr/>
              </a:pPr>
              <a:t>4</a:t>
            </a:fld>
            <a:endParaRPr lang="en-US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9EF40B28-234F-9981-9216-FD12B05FE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Body lengths vs Null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6B4BB98-3766-4DC8-2EF5-0B4DA2148032}"/>
              </a:ext>
            </a:extLst>
          </p:cNvPr>
          <p:cNvSpPr/>
          <p:nvPr/>
        </p:nvSpPr>
        <p:spPr>
          <a:xfrm>
            <a:off x="6257925" y="2460323"/>
            <a:ext cx="1562735" cy="267047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0C2B03B-C2CF-57EA-372A-0DAF6A7AFD55}"/>
              </a:ext>
            </a:extLst>
          </p:cNvPr>
          <p:cNvSpPr/>
          <p:nvPr/>
        </p:nvSpPr>
        <p:spPr>
          <a:xfrm>
            <a:off x="3325919" y="3373580"/>
            <a:ext cx="1562735" cy="267047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638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98965-AA39-B6B1-908D-72BEA0E0C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Separated Francis and Katie’s control/T1s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C78598-3C7D-8490-FC4D-983441F716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Or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3B143F-B125-AFBE-2AA6-1DB6399B8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9DF30D-F6DC-BC50-E47B-A323B6177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339E5B-5267-5970-0DDD-B91CC019D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294A7D-086F-8C7E-A8B5-3DDC19210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" y="1909762"/>
            <a:ext cx="10439400" cy="3038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2801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5D668-101F-3667-C866-8E4B5F6E4C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Then created Matrices for Francis, Katie, and VLs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CCDC840-CDC6-AF40-11CC-B1F8D91D05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25758" y="1534832"/>
            <a:ext cx="7455283" cy="389275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4D532A-4E18-F2B1-4D0E-BE47CE650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10/3/2022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E580A9-754A-6998-A4FE-8C06A353C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BEA046-7A42-0C21-E8DC-3706ADAFC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619305-8B21-366A-83AE-F886D61003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37" y="2287712"/>
            <a:ext cx="3321221" cy="3035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372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41D26-45EB-EED5-F816-2CB43ADC1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" y="315556"/>
            <a:ext cx="10515600" cy="1325563"/>
          </a:xfrm>
        </p:spPr>
        <p:txBody>
          <a:bodyPr/>
          <a:lstStyle/>
          <a:p>
            <a:r>
              <a:rPr lang="en-US" dirty="0" err="1"/>
              <a:t>Homegenity</a:t>
            </a:r>
            <a:r>
              <a:rPr lang="en-US" dirty="0"/>
              <a:t> and Normality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E26AA-D3CC-7BCF-C19B-E2121A803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238789" cy="4351338"/>
          </a:xfrm>
        </p:spPr>
        <p:txBody>
          <a:bodyPr/>
          <a:lstStyle/>
          <a:p>
            <a:r>
              <a:rPr lang="en-US" dirty="0"/>
              <a:t>For Bartlett:</a:t>
            </a:r>
          </a:p>
          <a:p>
            <a:pPr lvl="1"/>
            <a:r>
              <a:rPr lang="en-US" dirty="0"/>
              <a:t>All had over a p value of .5</a:t>
            </a:r>
          </a:p>
          <a:p>
            <a:pPr lvl="1"/>
            <a:r>
              <a:rPr lang="en-US" dirty="0"/>
              <a:t>So all groups had homogenous variance</a:t>
            </a:r>
          </a:p>
          <a:p>
            <a:r>
              <a:rPr lang="en-US" dirty="0"/>
              <a:t>Anderson Darling Normality test:</a:t>
            </a:r>
          </a:p>
          <a:p>
            <a:pPr lvl="1"/>
            <a:r>
              <a:rPr lang="en-US" dirty="0"/>
              <a:t>All p values over .2</a:t>
            </a:r>
          </a:p>
          <a:p>
            <a:pPr lvl="1"/>
            <a:r>
              <a:rPr lang="en-US" dirty="0"/>
              <a:t>So the data is normal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7D31EE-5F91-086B-7CFF-39F499F5B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E14F7-4842-D3D1-71F2-31A2379F1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FD28CD-4705-DD65-F1AB-04EBBBE97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EB8545-74EB-E3BC-9E72-6E3CA143A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806" y="915948"/>
            <a:ext cx="6305874" cy="15494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4EB5A85-6E87-C514-2259-3A9D2635CF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989" y="2644815"/>
            <a:ext cx="4115011" cy="3968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264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1449A-2C00-479F-44EE-0A09FA3B3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Oh GLM for body length is no longer intercept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352A5-47DA-71D9-E193-DA8F0085C6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8281D9-1B2A-1EC0-DD3B-728F56A7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A6DE16-9570-CCFC-96E8-712365743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B3C451-981D-608A-1533-90827EB40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8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F195750-C92B-FAC3-C4AD-12DD66C529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23" y="1473145"/>
            <a:ext cx="6883754" cy="2121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0422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141</TotalTime>
  <Words>171</Words>
  <Application>Microsoft Office PowerPoint</Application>
  <PresentationFormat>Widescreen</PresentationFormat>
  <Paragraphs>42</Paragraphs>
  <Slides>8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Changes I have made for local analysis</vt:lpstr>
      <vt:lpstr>Relationships among landscape vars  dotchart(land$#var#, pch = 19)</vt:lpstr>
      <vt:lpstr>PowerPoint Presentation</vt:lpstr>
      <vt:lpstr>Body lengths vs Null</vt:lpstr>
      <vt:lpstr>Separated Francis and Katie’s control/T1s</vt:lpstr>
      <vt:lpstr>Then created Matrices for Francis, Katie, and VLs</vt:lpstr>
      <vt:lpstr>Homegenity and Normality</vt:lpstr>
      <vt:lpstr>Oh GLM for body length is no longer intercept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Changes I have made for local analysis</dc:title>
  <dc:creator>Shepard, Caralee A.</dc:creator>
  <cp:lastModifiedBy>Shepard, Caralee A.</cp:lastModifiedBy>
  <cp:revision>4</cp:revision>
  <dcterms:created xsi:type="dcterms:W3CDTF">2022-09-27T11:59:17Z</dcterms:created>
  <dcterms:modified xsi:type="dcterms:W3CDTF">2022-10-03T13:31:51Z</dcterms:modified>
</cp:coreProperties>
</file>