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59" r:id="rId5"/>
    <p:sldId id="260" r:id="rId6"/>
  </p:sldIdLst>
  <p:sldSz cx="12192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FF5780"/>
    <a:srgbClr val="2E2E4D"/>
    <a:srgbClr val="CCFFFF"/>
    <a:srgbClr val="CC99FF"/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70" autoAdjust="0"/>
    <p:restoredTop sz="94660"/>
  </p:normalViewPr>
  <p:slideViewPr>
    <p:cSldViewPr snapToGrid="0">
      <p:cViewPr varScale="1">
        <p:scale>
          <a:sx n="85" d="100"/>
          <a:sy n="85" d="100"/>
        </p:scale>
        <p:origin x="20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96484"/>
            <a:ext cx="103632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802717"/>
            <a:ext cx="9144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0F565-D2B6-4E71-8D9D-8F66F50F0CE9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E94B-FAFF-4E3F-862E-25EB6039D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594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0F565-D2B6-4E71-8D9D-8F66F50F0CE9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E94B-FAFF-4E3F-862E-25EB6039D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806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279653"/>
            <a:ext cx="105156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119286"/>
            <a:ext cx="105156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0F565-D2B6-4E71-8D9D-8F66F50F0CE9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E94B-FAFF-4E3F-862E-25EB6039D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664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0F565-D2B6-4E71-8D9D-8F66F50F0CE9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E94B-FAFF-4E3F-862E-25EB6039D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899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86836"/>
            <a:ext cx="105156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41551"/>
            <a:ext cx="515778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340100"/>
            <a:ext cx="51577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41551"/>
            <a:ext cx="5183188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340100"/>
            <a:ext cx="5183188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0F565-D2B6-4E71-8D9D-8F66F50F0CE9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E94B-FAFF-4E3F-862E-25EB6039D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893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0F565-D2B6-4E71-8D9D-8F66F50F0CE9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E94B-FAFF-4E3F-862E-25EB6039D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668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0F565-D2B6-4E71-8D9D-8F66F50F0CE9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E94B-FAFF-4E3F-862E-25EB6039D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44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316569"/>
            <a:ext cx="61722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0F565-D2B6-4E71-8D9D-8F66F50F0CE9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E94B-FAFF-4E3F-862E-25EB6039D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849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316569"/>
            <a:ext cx="61722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0F565-D2B6-4E71-8D9D-8F66F50F0CE9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E94B-FAFF-4E3F-862E-25EB6039D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295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0F565-D2B6-4E71-8D9D-8F66F50F0CE9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E94B-FAFF-4E3F-862E-25EB6039D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801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86834"/>
            <a:ext cx="26289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86834"/>
            <a:ext cx="77343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0F565-D2B6-4E71-8D9D-8F66F50F0CE9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E94B-FAFF-4E3F-862E-25EB6039D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586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86836"/>
            <a:ext cx="105156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434167"/>
            <a:ext cx="105156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0F565-D2B6-4E71-8D9D-8F66F50F0CE9}" type="datetimeFigureOut">
              <a:rPr lang="en-US" smtClean="0"/>
              <a:t>8/29/2024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475136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EE94B-FAFF-4E3F-862E-25EB6039D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807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DEBF7D-D2CF-46C2-8B61-7481492BEE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0000"/>
            <a:ext cx="12192000" cy="4064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E0A581-E00C-4836-8AA8-5B8DB8875BF8}"/>
              </a:ext>
            </a:extLst>
          </p:cNvPr>
          <p:cNvSpPr txBox="1"/>
          <p:nvPr/>
        </p:nvSpPr>
        <p:spPr>
          <a:xfrm>
            <a:off x="5571068" y="2937933"/>
            <a:ext cx="321733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B3B705-5134-48DF-B107-80BE61603E8C}"/>
              </a:ext>
            </a:extLst>
          </p:cNvPr>
          <p:cNvSpPr txBox="1"/>
          <p:nvPr/>
        </p:nvSpPr>
        <p:spPr>
          <a:xfrm>
            <a:off x="11667068" y="2937933"/>
            <a:ext cx="321733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5A25E5-14C9-46BE-A9A0-94C5353BFD14}"/>
              </a:ext>
            </a:extLst>
          </p:cNvPr>
          <p:cNvSpPr txBox="1"/>
          <p:nvPr/>
        </p:nvSpPr>
        <p:spPr>
          <a:xfrm>
            <a:off x="1388535" y="4392711"/>
            <a:ext cx="491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  <a:cs typeface="Arial" panose="020B0604020202020204" pitchFamily="34" charset="0"/>
              </a:rPr>
              <a:t>***</a:t>
            </a:r>
            <a:r>
              <a:rPr lang="en-US" sz="1400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58CCF6-AA8A-4FE4-BF64-26FAA026EFAA}"/>
              </a:ext>
            </a:extLst>
          </p:cNvPr>
          <p:cNvSpPr txBox="1"/>
          <p:nvPr/>
        </p:nvSpPr>
        <p:spPr>
          <a:xfrm>
            <a:off x="1905001" y="3419044"/>
            <a:ext cx="491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  <a:cs typeface="Arial" panose="020B0604020202020204" pitchFamily="34" charset="0"/>
              </a:rPr>
              <a:t>***</a:t>
            </a:r>
            <a:r>
              <a:rPr lang="en-US" sz="1400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FBF031-8026-4287-A479-3D8692041890}"/>
              </a:ext>
            </a:extLst>
          </p:cNvPr>
          <p:cNvSpPr txBox="1"/>
          <p:nvPr/>
        </p:nvSpPr>
        <p:spPr>
          <a:xfrm>
            <a:off x="5361832" y="5374846"/>
            <a:ext cx="4862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.</a:t>
            </a:r>
            <a:r>
              <a:rPr lang="en-US" sz="1400" dirty="0">
                <a:latin typeface="Arial Rounded MT Bold" panose="020F0704030504030204" pitchFamily="34" charset="0"/>
                <a:cs typeface="Arial" panose="020B0604020202020204" pitchFamily="34" charset="0"/>
              </a:rPr>
              <a:t>***</a:t>
            </a:r>
            <a:endParaRPr lang="en-US" sz="14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AFAA63-E470-4F48-A97F-5B14920B7D84}"/>
              </a:ext>
            </a:extLst>
          </p:cNvPr>
          <p:cNvSpPr txBox="1"/>
          <p:nvPr/>
        </p:nvSpPr>
        <p:spPr>
          <a:xfrm>
            <a:off x="11494131" y="3419044"/>
            <a:ext cx="4862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.</a:t>
            </a:r>
            <a:r>
              <a:rPr lang="en-US" sz="1400" dirty="0">
                <a:latin typeface="Arial Rounded MT Bold" panose="020F0704030504030204" pitchFamily="34" charset="0"/>
                <a:cs typeface="Arial" panose="020B0604020202020204" pitchFamily="34" charset="0"/>
              </a:rPr>
              <a:t>***</a:t>
            </a:r>
            <a:endParaRPr lang="en-US" sz="14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17B162-127F-42E2-AD93-08F6D5BBB951}"/>
              </a:ext>
            </a:extLst>
          </p:cNvPr>
          <p:cNvSpPr txBox="1"/>
          <p:nvPr/>
        </p:nvSpPr>
        <p:spPr>
          <a:xfrm>
            <a:off x="10974060" y="4392710"/>
            <a:ext cx="4862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.</a:t>
            </a:r>
            <a:r>
              <a:rPr lang="en-US" sz="1400" dirty="0">
                <a:latin typeface="Arial Rounded MT Bold" panose="020F0704030504030204" pitchFamily="34" charset="0"/>
                <a:cs typeface="Arial" panose="020B0604020202020204" pitchFamily="34" charset="0"/>
              </a:rPr>
              <a:t>*</a:t>
            </a:r>
            <a:endParaRPr lang="en-US" sz="14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C175DF-5239-47CE-B2AE-DFE87B972045}"/>
              </a:ext>
            </a:extLst>
          </p:cNvPr>
          <p:cNvSpPr txBox="1"/>
          <p:nvPr/>
        </p:nvSpPr>
        <p:spPr>
          <a:xfrm>
            <a:off x="11009096" y="5374846"/>
            <a:ext cx="4862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.</a:t>
            </a:r>
            <a:r>
              <a:rPr lang="en-US" sz="1400" dirty="0">
                <a:latin typeface="Arial Rounded MT Bold" panose="020F0704030504030204" pitchFamily="34" charset="0"/>
                <a:cs typeface="Arial" panose="020B0604020202020204" pitchFamily="34" charset="0"/>
              </a:rPr>
              <a:t>***</a:t>
            </a:r>
            <a:endParaRPr lang="en-US" sz="14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34CF61-E36F-4937-A443-CECDA2439924}"/>
              </a:ext>
            </a:extLst>
          </p:cNvPr>
          <p:cNvSpPr txBox="1"/>
          <p:nvPr/>
        </p:nvSpPr>
        <p:spPr>
          <a:xfrm>
            <a:off x="67734" y="3345821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-Diversity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9D7A45-129D-4514-9164-45C282B06493}"/>
              </a:ext>
            </a:extLst>
          </p:cNvPr>
          <p:cNvSpPr txBox="1"/>
          <p:nvPr/>
        </p:nvSpPr>
        <p:spPr>
          <a:xfrm>
            <a:off x="67734" y="4331155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Turnover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0B8A6E-0B85-41DA-9704-355BFB882445}"/>
              </a:ext>
            </a:extLst>
          </p:cNvPr>
          <p:cNvSpPr txBox="1"/>
          <p:nvPr/>
        </p:nvSpPr>
        <p:spPr>
          <a:xfrm>
            <a:off x="67734" y="5316489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Nestedness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F4CB6F-B4C9-49B5-B84F-85B59AD630B8}"/>
              </a:ext>
            </a:extLst>
          </p:cNvPr>
          <p:cNvSpPr txBox="1"/>
          <p:nvPr/>
        </p:nvSpPr>
        <p:spPr>
          <a:xfrm>
            <a:off x="6146801" y="3345821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-Diversity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FBEFBC-004F-4BED-80B3-7020DCCE5158}"/>
              </a:ext>
            </a:extLst>
          </p:cNvPr>
          <p:cNvSpPr txBox="1"/>
          <p:nvPr/>
        </p:nvSpPr>
        <p:spPr>
          <a:xfrm>
            <a:off x="6146801" y="4331155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Turnover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E447DD-6EE7-4AC9-BECC-90EF518023F7}"/>
              </a:ext>
            </a:extLst>
          </p:cNvPr>
          <p:cNvSpPr txBox="1"/>
          <p:nvPr/>
        </p:nvSpPr>
        <p:spPr>
          <a:xfrm>
            <a:off x="6146801" y="5316489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Nestedness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85254A-DB75-4854-B133-EF4CA8542E66}"/>
              </a:ext>
            </a:extLst>
          </p:cNvPr>
          <p:cNvSpPr txBox="1"/>
          <p:nvPr/>
        </p:nvSpPr>
        <p:spPr>
          <a:xfrm>
            <a:off x="1388534" y="6349942"/>
            <a:ext cx="4504266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Standardized Effect Sizes (SES)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755206-B9EC-4143-B1D7-D09CC502E81B}"/>
              </a:ext>
            </a:extLst>
          </p:cNvPr>
          <p:cNvSpPr txBox="1"/>
          <p:nvPr/>
        </p:nvSpPr>
        <p:spPr>
          <a:xfrm>
            <a:off x="7484534" y="6348511"/>
            <a:ext cx="4504266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Standardized Effect Sizes (SES)</a:t>
            </a:r>
          </a:p>
        </p:txBody>
      </p:sp>
    </p:spTree>
    <p:extLst>
      <p:ext uri="{BB962C8B-B14F-4D97-AF65-F5344CB8AC3E}">
        <p14:creationId xmlns:p14="http://schemas.microsoft.com/office/powerpoint/2010/main" val="246861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96D3FF-8760-4748-806C-48532547D3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143000"/>
            <a:ext cx="10287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97B342-DCCE-422F-B567-5A6AE7E3CE67}"/>
              </a:ext>
            </a:extLst>
          </p:cNvPr>
          <p:cNvSpPr txBox="1"/>
          <p:nvPr/>
        </p:nvSpPr>
        <p:spPr>
          <a:xfrm>
            <a:off x="5503335" y="1693333"/>
            <a:ext cx="321733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4DECD9-2ED2-49EC-A788-A5363DE9E868}"/>
              </a:ext>
            </a:extLst>
          </p:cNvPr>
          <p:cNvSpPr txBox="1"/>
          <p:nvPr/>
        </p:nvSpPr>
        <p:spPr>
          <a:xfrm>
            <a:off x="10642602" y="1693333"/>
            <a:ext cx="321733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1D8FB2-ACDA-42FC-8275-34C29B278EA3}"/>
              </a:ext>
            </a:extLst>
          </p:cNvPr>
          <p:cNvSpPr txBox="1"/>
          <p:nvPr/>
        </p:nvSpPr>
        <p:spPr>
          <a:xfrm>
            <a:off x="5503335" y="5122333"/>
            <a:ext cx="321733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D45FEA-23F6-4731-90FA-DCD68CD30CAF}"/>
              </a:ext>
            </a:extLst>
          </p:cNvPr>
          <p:cNvSpPr txBox="1"/>
          <p:nvPr/>
        </p:nvSpPr>
        <p:spPr>
          <a:xfrm>
            <a:off x="10642602" y="5122333"/>
            <a:ext cx="321733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20733A-2F20-4206-A210-4C5F01A17F32}"/>
              </a:ext>
            </a:extLst>
          </p:cNvPr>
          <p:cNvSpPr txBox="1"/>
          <p:nvPr/>
        </p:nvSpPr>
        <p:spPr>
          <a:xfrm>
            <a:off x="579968" y="1949813"/>
            <a:ext cx="148166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Body Length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9193E3-9A53-4395-8857-E6A3861A09F3}"/>
              </a:ext>
            </a:extLst>
          </p:cNvPr>
          <p:cNvSpPr txBox="1"/>
          <p:nvPr/>
        </p:nvSpPr>
        <p:spPr>
          <a:xfrm>
            <a:off x="740834" y="2614362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Native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A8B426-1EB4-42E3-A152-48E3766607FC}"/>
              </a:ext>
            </a:extLst>
          </p:cNvPr>
          <p:cNvSpPr txBox="1"/>
          <p:nvPr/>
        </p:nvSpPr>
        <p:spPr>
          <a:xfrm>
            <a:off x="740834" y="3278911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Alien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0EAB53-CE07-4F7B-9CA8-E772B1B84D43}"/>
              </a:ext>
            </a:extLst>
          </p:cNvPr>
          <p:cNvSpPr txBox="1"/>
          <p:nvPr/>
        </p:nvSpPr>
        <p:spPr>
          <a:xfrm>
            <a:off x="499534" y="5353413"/>
            <a:ext cx="15621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Kleptoparasitic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B33447-F43E-4375-ADA8-CE8BE4574154}"/>
              </a:ext>
            </a:extLst>
          </p:cNvPr>
          <p:cNvSpPr txBox="1"/>
          <p:nvPr/>
        </p:nvSpPr>
        <p:spPr>
          <a:xfrm>
            <a:off x="740834" y="6017962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Generalist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CC487D-D27A-4591-98A1-74FB05D83F30}"/>
              </a:ext>
            </a:extLst>
          </p:cNvPr>
          <p:cNvSpPr txBox="1"/>
          <p:nvPr/>
        </p:nvSpPr>
        <p:spPr>
          <a:xfrm>
            <a:off x="740834" y="6682511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Specialist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0D0442-B7CD-4FA9-98A7-603F6C3C118E}"/>
              </a:ext>
            </a:extLst>
          </p:cNvPr>
          <p:cNvSpPr txBox="1"/>
          <p:nvPr/>
        </p:nvSpPr>
        <p:spPr>
          <a:xfrm>
            <a:off x="5909734" y="1805937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Soil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1473FE-0E5B-43BA-BEF4-CB542E13E135}"/>
              </a:ext>
            </a:extLst>
          </p:cNvPr>
          <p:cNvSpPr txBox="1"/>
          <p:nvPr/>
        </p:nvSpPr>
        <p:spPr>
          <a:xfrm>
            <a:off x="5909734" y="2204509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Cavity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84BCC8-1B47-4078-A3B3-9DB692879A97}"/>
              </a:ext>
            </a:extLst>
          </p:cNvPr>
          <p:cNvSpPr txBox="1"/>
          <p:nvPr/>
        </p:nvSpPr>
        <p:spPr>
          <a:xfrm>
            <a:off x="5909734" y="2620015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Colony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13E327-BAAE-49CF-B6FA-B302803E5552}"/>
              </a:ext>
            </a:extLst>
          </p:cNvPr>
          <p:cNvSpPr txBox="1"/>
          <p:nvPr/>
        </p:nvSpPr>
        <p:spPr>
          <a:xfrm>
            <a:off x="5909734" y="3035521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Pithy Stems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79FB78-34C4-4E6C-AD9A-044008B784A5}"/>
              </a:ext>
            </a:extLst>
          </p:cNvPr>
          <p:cNvSpPr txBox="1"/>
          <p:nvPr/>
        </p:nvSpPr>
        <p:spPr>
          <a:xfrm>
            <a:off x="5909734" y="3442560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Wood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B5F712-FD67-4E6B-A943-A6FFF1DDDB31}"/>
              </a:ext>
            </a:extLst>
          </p:cNvPr>
          <p:cNvSpPr txBox="1"/>
          <p:nvPr/>
        </p:nvSpPr>
        <p:spPr>
          <a:xfrm>
            <a:off x="5909734" y="5287433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Solitary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E7AF0B-CABC-439C-A8DF-3301D15365BA}"/>
              </a:ext>
            </a:extLst>
          </p:cNvPr>
          <p:cNvSpPr txBox="1"/>
          <p:nvPr/>
        </p:nvSpPr>
        <p:spPr>
          <a:xfrm>
            <a:off x="5909734" y="5783016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Subsocial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2F24C2-6AEE-4B8B-BCA3-9A5356E2034C}"/>
              </a:ext>
            </a:extLst>
          </p:cNvPr>
          <p:cNvSpPr txBox="1"/>
          <p:nvPr/>
        </p:nvSpPr>
        <p:spPr>
          <a:xfrm>
            <a:off x="5909733" y="6304000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Eusocial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CA0FA1-8215-4D65-AE1C-231118CCBA80}"/>
              </a:ext>
            </a:extLst>
          </p:cNvPr>
          <p:cNvSpPr txBox="1"/>
          <p:nvPr/>
        </p:nvSpPr>
        <p:spPr>
          <a:xfrm>
            <a:off x="5909733" y="6799583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Parasitic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7AC4D0-EDB3-42C1-8C4E-76D1A0677656}"/>
              </a:ext>
            </a:extLst>
          </p:cNvPr>
          <p:cNvSpPr txBox="1"/>
          <p:nvPr/>
        </p:nvSpPr>
        <p:spPr>
          <a:xfrm>
            <a:off x="2209801" y="7626988"/>
            <a:ext cx="361526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Standardized Effect Sizes (SES)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FB44E0-C5BD-4291-BBD2-ED74E2176B6A}"/>
              </a:ext>
            </a:extLst>
          </p:cNvPr>
          <p:cNvSpPr txBox="1"/>
          <p:nvPr/>
        </p:nvSpPr>
        <p:spPr>
          <a:xfrm>
            <a:off x="7349068" y="7632545"/>
            <a:ext cx="361526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Standardized Effect Sizes (SES)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78F3C46-194A-4B2B-BD3F-C62BCEC6BD8A}"/>
              </a:ext>
            </a:extLst>
          </p:cNvPr>
          <p:cNvSpPr txBox="1"/>
          <p:nvPr/>
        </p:nvSpPr>
        <p:spPr>
          <a:xfrm>
            <a:off x="2061635" y="4197118"/>
            <a:ext cx="361526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Standardized Effect Sizes (SES)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68E582-D49A-4200-A839-29403C3499DB}"/>
              </a:ext>
            </a:extLst>
          </p:cNvPr>
          <p:cNvSpPr txBox="1"/>
          <p:nvPr/>
        </p:nvSpPr>
        <p:spPr>
          <a:xfrm>
            <a:off x="7200902" y="4202675"/>
            <a:ext cx="361526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Standardized Effect Sizes (SES)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53DD75-9C90-4E36-A3DC-095A3FBE6DB8}"/>
              </a:ext>
            </a:extLst>
          </p:cNvPr>
          <p:cNvSpPr txBox="1"/>
          <p:nvPr/>
        </p:nvSpPr>
        <p:spPr>
          <a:xfrm>
            <a:off x="2160927" y="2655294"/>
            <a:ext cx="4252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  <a:cs typeface="Arial" panose="020B0604020202020204" pitchFamily="34" charset="0"/>
              </a:rPr>
              <a:t>***</a:t>
            </a:r>
            <a:endParaRPr lang="en-US" sz="14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CAD8A4-1396-4C6C-8240-07C8D31B26EA}"/>
              </a:ext>
            </a:extLst>
          </p:cNvPr>
          <p:cNvSpPr txBox="1"/>
          <p:nvPr/>
        </p:nvSpPr>
        <p:spPr>
          <a:xfrm>
            <a:off x="5408976" y="3364839"/>
            <a:ext cx="4862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  <a:cs typeface="Arial" panose="020B0604020202020204" pitchFamily="34" charset="0"/>
              </a:rPr>
              <a:t>***</a:t>
            </a:r>
            <a:endParaRPr lang="en-US" sz="14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A17F23-6673-46B7-96C2-AAE239507462}"/>
              </a:ext>
            </a:extLst>
          </p:cNvPr>
          <p:cNvSpPr txBox="1"/>
          <p:nvPr/>
        </p:nvSpPr>
        <p:spPr>
          <a:xfrm>
            <a:off x="2969108" y="1967242"/>
            <a:ext cx="4252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  <a:cs typeface="Arial" panose="020B0604020202020204" pitchFamily="34" charset="0"/>
              </a:rPr>
              <a:t>***</a:t>
            </a:r>
            <a:endParaRPr lang="en-US" sz="14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8B77078-5E1E-4B0E-811A-93A00A14FD92}"/>
              </a:ext>
            </a:extLst>
          </p:cNvPr>
          <p:cNvSpPr txBox="1"/>
          <p:nvPr/>
        </p:nvSpPr>
        <p:spPr>
          <a:xfrm>
            <a:off x="2928243" y="6771875"/>
            <a:ext cx="4252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  <a:cs typeface="Arial" panose="020B0604020202020204" pitchFamily="34" charset="0"/>
              </a:rPr>
              <a:t>***</a:t>
            </a:r>
            <a:endParaRPr lang="en-US" sz="14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FC57B9-80E4-4C03-AB84-67115565763D}"/>
              </a:ext>
            </a:extLst>
          </p:cNvPr>
          <p:cNvSpPr txBox="1"/>
          <p:nvPr/>
        </p:nvSpPr>
        <p:spPr>
          <a:xfrm>
            <a:off x="4935681" y="6103098"/>
            <a:ext cx="4862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  <a:cs typeface="Arial" panose="020B0604020202020204" pitchFamily="34" charset="0"/>
              </a:rPr>
              <a:t>***</a:t>
            </a:r>
            <a:endParaRPr lang="en-US" sz="14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80F560-7BCF-4B79-A7CB-3A40BA4FE026}"/>
              </a:ext>
            </a:extLst>
          </p:cNvPr>
          <p:cNvSpPr txBox="1"/>
          <p:nvPr/>
        </p:nvSpPr>
        <p:spPr>
          <a:xfrm>
            <a:off x="2932477" y="5416722"/>
            <a:ext cx="4252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  <a:cs typeface="Arial" panose="020B0604020202020204" pitchFamily="34" charset="0"/>
              </a:rPr>
              <a:t>***</a:t>
            </a:r>
            <a:endParaRPr lang="en-US" sz="14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8CD781E-02B5-4633-8C3D-708C8175C837}"/>
              </a:ext>
            </a:extLst>
          </p:cNvPr>
          <p:cNvSpPr txBox="1"/>
          <p:nvPr/>
        </p:nvSpPr>
        <p:spPr>
          <a:xfrm>
            <a:off x="8052567" y="6848704"/>
            <a:ext cx="4252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  <a:cs typeface="Arial" panose="020B0604020202020204" pitchFamily="34" charset="0"/>
              </a:rPr>
              <a:t>***</a:t>
            </a:r>
            <a:endParaRPr lang="en-US" sz="14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947015-733E-4B0C-9F31-EEB780DE88AE}"/>
              </a:ext>
            </a:extLst>
          </p:cNvPr>
          <p:cNvSpPr txBox="1"/>
          <p:nvPr/>
        </p:nvSpPr>
        <p:spPr>
          <a:xfrm>
            <a:off x="10075585" y="5810724"/>
            <a:ext cx="4862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  <a:cs typeface="Arial" panose="020B0604020202020204" pitchFamily="34" charset="0"/>
              </a:rPr>
              <a:t>***</a:t>
            </a:r>
            <a:endParaRPr lang="en-US" sz="14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1980DEF-C044-4958-8A7E-593560A2367B}"/>
              </a:ext>
            </a:extLst>
          </p:cNvPr>
          <p:cNvSpPr txBox="1"/>
          <p:nvPr/>
        </p:nvSpPr>
        <p:spPr>
          <a:xfrm>
            <a:off x="8101064" y="5318210"/>
            <a:ext cx="4252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  <a:cs typeface="Arial" panose="020B0604020202020204" pitchFamily="34" charset="0"/>
              </a:rPr>
              <a:t>***</a:t>
            </a:r>
            <a:endParaRPr lang="en-US" sz="14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C06A624-C24E-4ABF-950D-903B8FF2A1AA}"/>
              </a:ext>
            </a:extLst>
          </p:cNvPr>
          <p:cNvSpPr txBox="1"/>
          <p:nvPr/>
        </p:nvSpPr>
        <p:spPr>
          <a:xfrm>
            <a:off x="10087133" y="6335916"/>
            <a:ext cx="4862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  <a:cs typeface="Arial" panose="020B0604020202020204" pitchFamily="34" charset="0"/>
              </a:rPr>
              <a:t>***</a:t>
            </a:r>
            <a:endParaRPr lang="en-US" sz="14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AA8144-31C0-458A-A91B-D884D65DC8FF}"/>
              </a:ext>
            </a:extLst>
          </p:cNvPr>
          <p:cNvSpPr txBox="1"/>
          <p:nvPr/>
        </p:nvSpPr>
        <p:spPr>
          <a:xfrm>
            <a:off x="10137937" y="2643205"/>
            <a:ext cx="4862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  <a:cs typeface="Arial" panose="020B0604020202020204" pitchFamily="34" charset="0"/>
              </a:rPr>
              <a:t>***</a:t>
            </a:r>
            <a:endParaRPr lang="en-US" sz="14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33DBA63-2CD0-4EE2-ADC6-8EFE2D45AF5F}"/>
              </a:ext>
            </a:extLst>
          </p:cNvPr>
          <p:cNvSpPr txBox="1"/>
          <p:nvPr/>
        </p:nvSpPr>
        <p:spPr>
          <a:xfrm>
            <a:off x="9853924" y="3066801"/>
            <a:ext cx="4862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  <a:cs typeface="Arial" panose="020B0604020202020204" pitchFamily="34" charset="0"/>
              </a:rPr>
              <a:t>***</a:t>
            </a:r>
            <a:endParaRPr lang="en-US" sz="14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BD4DF8E-4C52-48B9-8EC4-1B7A4B726C8F}"/>
              </a:ext>
            </a:extLst>
          </p:cNvPr>
          <p:cNvSpPr txBox="1"/>
          <p:nvPr/>
        </p:nvSpPr>
        <p:spPr>
          <a:xfrm>
            <a:off x="9990150" y="3460204"/>
            <a:ext cx="4862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  <a:cs typeface="Arial" panose="020B0604020202020204" pitchFamily="34" charset="0"/>
              </a:rPr>
              <a:t>***</a:t>
            </a:r>
            <a:endParaRPr lang="en-US" sz="14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38B6696-EF2B-4964-BD4A-C89BD93941DC}"/>
              </a:ext>
            </a:extLst>
          </p:cNvPr>
          <p:cNvSpPr txBox="1"/>
          <p:nvPr/>
        </p:nvSpPr>
        <p:spPr>
          <a:xfrm>
            <a:off x="9850969" y="2235286"/>
            <a:ext cx="4862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  <a:cs typeface="Arial" panose="020B0604020202020204" pitchFamily="34" charset="0"/>
              </a:rPr>
              <a:t>***</a:t>
            </a:r>
            <a:endParaRPr lang="en-US" sz="14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56D254A-DE32-4F19-BDE6-FB7FCFE1B810}"/>
              </a:ext>
            </a:extLst>
          </p:cNvPr>
          <p:cNvSpPr txBox="1"/>
          <p:nvPr/>
        </p:nvSpPr>
        <p:spPr>
          <a:xfrm>
            <a:off x="7785098" y="1837654"/>
            <a:ext cx="4252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 Rounded MT Bold" panose="020F0704030504030204" pitchFamily="34" charset="0"/>
                <a:cs typeface="Arial" panose="020B0604020202020204" pitchFamily="34" charset="0"/>
              </a:rPr>
              <a:t>***</a:t>
            </a:r>
            <a:endParaRPr lang="en-US" sz="14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448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686C9CD-E1ED-C77E-E614-653236A681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12"/>
          <a:stretch/>
        </p:blipFill>
        <p:spPr>
          <a:xfrm>
            <a:off x="380998" y="3949289"/>
            <a:ext cx="11430000" cy="182880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6CD64A-3E7F-4356-9FB9-C22D5320E2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3012"/>
          <a:stretch/>
        </p:blipFill>
        <p:spPr>
          <a:xfrm>
            <a:off x="380998" y="1108158"/>
            <a:ext cx="11430000" cy="1828800"/>
          </a:xfr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A5735C0A-08AD-B89F-FBBC-199EF4774DE4}"/>
              </a:ext>
            </a:extLst>
          </p:cNvPr>
          <p:cNvSpPr/>
          <p:nvPr/>
        </p:nvSpPr>
        <p:spPr>
          <a:xfrm>
            <a:off x="6007104" y="918515"/>
            <a:ext cx="1159931" cy="61978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78EDDF49-5AC4-ED43-E369-F6EFCDD4A62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06"/>
          <a:stretch/>
        </p:blipFill>
        <p:spPr>
          <a:xfrm>
            <a:off x="382476" y="6808249"/>
            <a:ext cx="11430000" cy="1828800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4A711AB9-9D5E-4426-9630-1F5BE37457B9}"/>
              </a:ext>
            </a:extLst>
          </p:cNvPr>
          <p:cNvSpPr/>
          <p:nvPr/>
        </p:nvSpPr>
        <p:spPr>
          <a:xfrm>
            <a:off x="6083300" y="1397510"/>
            <a:ext cx="1159931" cy="7231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7886694-E24F-49DE-9906-C586E43BBEC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160"/>
          <a:stretch/>
        </p:blipFill>
        <p:spPr>
          <a:xfrm>
            <a:off x="380998" y="2936958"/>
            <a:ext cx="11430000" cy="19473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51CBF3C-EA00-4196-A93F-4F25C85F2F0A}"/>
              </a:ext>
            </a:extLst>
          </p:cNvPr>
          <p:cNvSpPr txBox="1"/>
          <p:nvPr/>
        </p:nvSpPr>
        <p:spPr>
          <a:xfrm>
            <a:off x="211668" y="1192526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-Diversity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766C0E-2D71-4ABB-B8CC-3E31E487F369}"/>
              </a:ext>
            </a:extLst>
          </p:cNvPr>
          <p:cNvSpPr txBox="1"/>
          <p:nvPr/>
        </p:nvSpPr>
        <p:spPr>
          <a:xfrm>
            <a:off x="211667" y="2022559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-Diversity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BBDC8D-8580-4B98-9DD6-F64E33DC41B5}"/>
              </a:ext>
            </a:extLst>
          </p:cNvPr>
          <p:cNvSpPr txBox="1"/>
          <p:nvPr/>
        </p:nvSpPr>
        <p:spPr>
          <a:xfrm>
            <a:off x="5935133" y="1361803"/>
            <a:ext cx="1320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-Diversity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AFD8A0-300F-4979-ABF7-5D14B8550016}"/>
              </a:ext>
            </a:extLst>
          </p:cNvPr>
          <p:cNvSpPr txBox="1"/>
          <p:nvPr/>
        </p:nvSpPr>
        <p:spPr>
          <a:xfrm>
            <a:off x="211665" y="1714964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Turnover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40C365-9212-474F-A86B-30DDDADC1DD5}"/>
              </a:ext>
            </a:extLst>
          </p:cNvPr>
          <p:cNvSpPr txBox="1"/>
          <p:nvPr/>
        </p:nvSpPr>
        <p:spPr>
          <a:xfrm>
            <a:off x="211665" y="1454845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Nestedness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F2B355-DEC6-4F82-BB52-E6C081BA8969}"/>
              </a:ext>
            </a:extLst>
          </p:cNvPr>
          <p:cNvSpPr txBox="1"/>
          <p:nvPr/>
        </p:nvSpPr>
        <p:spPr>
          <a:xfrm>
            <a:off x="211665" y="2552984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Turnover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3E1B46-8F4F-41E8-998F-05F14232112A}"/>
              </a:ext>
            </a:extLst>
          </p:cNvPr>
          <p:cNvSpPr txBox="1"/>
          <p:nvPr/>
        </p:nvSpPr>
        <p:spPr>
          <a:xfrm>
            <a:off x="211665" y="2292865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Nestedness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A9C392E-8379-49C6-A4A7-BA4CA68E48BA}"/>
              </a:ext>
            </a:extLst>
          </p:cNvPr>
          <p:cNvSpPr txBox="1"/>
          <p:nvPr/>
        </p:nvSpPr>
        <p:spPr>
          <a:xfrm>
            <a:off x="5935131" y="2386134"/>
            <a:ext cx="1320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Nestedness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7395CD-73DB-4D51-9229-15D494B1EEFF}"/>
              </a:ext>
            </a:extLst>
          </p:cNvPr>
          <p:cNvSpPr txBox="1"/>
          <p:nvPr/>
        </p:nvSpPr>
        <p:spPr>
          <a:xfrm>
            <a:off x="5935132" y="2191836"/>
            <a:ext cx="1320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-Diversity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867EB01-BDAE-4B61-BAED-FAEB79FBB6C3}"/>
              </a:ext>
            </a:extLst>
          </p:cNvPr>
          <p:cNvSpPr txBox="1"/>
          <p:nvPr/>
        </p:nvSpPr>
        <p:spPr>
          <a:xfrm>
            <a:off x="5926667" y="2588454"/>
            <a:ext cx="1320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Turnover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9973798-3C70-4583-B82B-5506CEF40104}"/>
              </a:ext>
            </a:extLst>
          </p:cNvPr>
          <p:cNvSpPr txBox="1"/>
          <p:nvPr/>
        </p:nvSpPr>
        <p:spPr>
          <a:xfrm>
            <a:off x="5943595" y="1556101"/>
            <a:ext cx="1320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Nestedness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BDF56C5-FD08-4E7C-B668-B9A62F00711A}"/>
              </a:ext>
            </a:extLst>
          </p:cNvPr>
          <p:cNvSpPr txBox="1"/>
          <p:nvPr/>
        </p:nvSpPr>
        <p:spPr>
          <a:xfrm>
            <a:off x="5935131" y="1758421"/>
            <a:ext cx="1320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Turnover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23B74DD-85B4-4BEF-A5B6-37557D4D2649}"/>
              </a:ext>
            </a:extLst>
          </p:cNvPr>
          <p:cNvSpPr txBox="1"/>
          <p:nvPr/>
        </p:nvSpPr>
        <p:spPr>
          <a:xfrm>
            <a:off x="5935131" y="1167071"/>
            <a:ext cx="1320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Alpha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101C2DE-AD02-46C9-AFB1-0E0E15570623}"/>
              </a:ext>
            </a:extLst>
          </p:cNvPr>
          <p:cNvSpPr txBox="1"/>
          <p:nvPr/>
        </p:nvSpPr>
        <p:spPr>
          <a:xfrm>
            <a:off x="5935131" y="1970904"/>
            <a:ext cx="1320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Alpha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98B3628-1E4C-400F-ACE8-AD3E0076311A}"/>
              </a:ext>
            </a:extLst>
          </p:cNvPr>
          <p:cNvSpPr txBox="1"/>
          <p:nvPr/>
        </p:nvSpPr>
        <p:spPr>
          <a:xfrm>
            <a:off x="5537203" y="1184293"/>
            <a:ext cx="321733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74D66FB-C28B-4629-A37D-D57DE7038915}"/>
              </a:ext>
            </a:extLst>
          </p:cNvPr>
          <p:cNvSpPr txBox="1"/>
          <p:nvPr/>
        </p:nvSpPr>
        <p:spPr>
          <a:xfrm>
            <a:off x="11239509" y="1171906"/>
            <a:ext cx="321733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F71234-7850-8B0A-8EFC-2CD68F7F4EC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160"/>
          <a:stretch/>
        </p:blipFill>
        <p:spPr>
          <a:xfrm>
            <a:off x="380998" y="5778089"/>
            <a:ext cx="11430000" cy="1947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1D44E0-AA4E-F35F-7D55-38B3324E7F4B}"/>
              </a:ext>
            </a:extLst>
          </p:cNvPr>
          <p:cNvSpPr txBox="1"/>
          <p:nvPr/>
        </p:nvSpPr>
        <p:spPr>
          <a:xfrm>
            <a:off x="211667" y="4033542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-Diversity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0082D1-F3CA-2121-A7D7-59F1E12D7915}"/>
              </a:ext>
            </a:extLst>
          </p:cNvPr>
          <p:cNvSpPr txBox="1"/>
          <p:nvPr/>
        </p:nvSpPr>
        <p:spPr>
          <a:xfrm>
            <a:off x="211666" y="4863575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-Diversity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6034DE-3B89-AB9F-E525-C6DA6F436DEF}"/>
              </a:ext>
            </a:extLst>
          </p:cNvPr>
          <p:cNvSpPr txBox="1"/>
          <p:nvPr/>
        </p:nvSpPr>
        <p:spPr>
          <a:xfrm>
            <a:off x="211663" y="4564354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Turnover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2FDF75-C43A-6A47-F45A-634D74AC1D69}"/>
              </a:ext>
            </a:extLst>
          </p:cNvPr>
          <p:cNvSpPr txBox="1"/>
          <p:nvPr/>
        </p:nvSpPr>
        <p:spPr>
          <a:xfrm>
            <a:off x="211663" y="4304235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Nestedness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9DA5E7-EFC4-1C37-011F-4785DECE5978}"/>
              </a:ext>
            </a:extLst>
          </p:cNvPr>
          <p:cNvSpPr txBox="1"/>
          <p:nvPr/>
        </p:nvSpPr>
        <p:spPr>
          <a:xfrm>
            <a:off x="211663" y="5429108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Turnover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A2E99A-C29D-0705-40A2-F72263E5A4F8}"/>
              </a:ext>
            </a:extLst>
          </p:cNvPr>
          <p:cNvSpPr txBox="1"/>
          <p:nvPr/>
        </p:nvSpPr>
        <p:spPr>
          <a:xfrm>
            <a:off x="211663" y="5168989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Nestedness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E14D20-C312-B832-02D3-1D7F032F4F87}"/>
              </a:ext>
            </a:extLst>
          </p:cNvPr>
          <p:cNvSpPr txBox="1"/>
          <p:nvPr/>
        </p:nvSpPr>
        <p:spPr>
          <a:xfrm>
            <a:off x="5926669" y="4202818"/>
            <a:ext cx="1320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-Diversity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0E761C-D1D1-26EF-98BE-F5D9ABD8CA56}"/>
              </a:ext>
            </a:extLst>
          </p:cNvPr>
          <p:cNvSpPr txBox="1"/>
          <p:nvPr/>
        </p:nvSpPr>
        <p:spPr>
          <a:xfrm>
            <a:off x="5926667" y="5227149"/>
            <a:ext cx="1320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Nestedness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3BFAB5-8AAE-DD99-8031-5933FD026E4C}"/>
              </a:ext>
            </a:extLst>
          </p:cNvPr>
          <p:cNvSpPr txBox="1"/>
          <p:nvPr/>
        </p:nvSpPr>
        <p:spPr>
          <a:xfrm>
            <a:off x="5926668" y="5032851"/>
            <a:ext cx="1320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-Diversity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EC852E-406B-D680-0FAC-9BBA497CD05A}"/>
              </a:ext>
            </a:extLst>
          </p:cNvPr>
          <p:cNvSpPr txBox="1"/>
          <p:nvPr/>
        </p:nvSpPr>
        <p:spPr>
          <a:xfrm>
            <a:off x="5918203" y="5429469"/>
            <a:ext cx="1320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Turnover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8D53AB-1B8B-27F1-5960-124C198A989B}"/>
              </a:ext>
            </a:extLst>
          </p:cNvPr>
          <p:cNvSpPr txBox="1"/>
          <p:nvPr/>
        </p:nvSpPr>
        <p:spPr>
          <a:xfrm>
            <a:off x="5935131" y="4397116"/>
            <a:ext cx="1320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Nestedness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0FE48C-73FB-2806-13D6-06A75A76AA42}"/>
              </a:ext>
            </a:extLst>
          </p:cNvPr>
          <p:cNvSpPr txBox="1"/>
          <p:nvPr/>
        </p:nvSpPr>
        <p:spPr>
          <a:xfrm>
            <a:off x="5926667" y="4599436"/>
            <a:ext cx="1320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Turnover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A6F1CA-7033-33AF-30D9-B187811629CB}"/>
              </a:ext>
            </a:extLst>
          </p:cNvPr>
          <p:cNvSpPr txBox="1"/>
          <p:nvPr/>
        </p:nvSpPr>
        <p:spPr>
          <a:xfrm>
            <a:off x="5926667" y="4008086"/>
            <a:ext cx="1320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Alpha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397916-45CF-F99E-F7E3-DA1A810ECBA7}"/>
              </a:ext>
            </a:extLst>
          </p:cNvPr>
          <p:cNvSpPr txBox="1"/>
          <p:nvPr/>
        </p:nvSpPr>
        <p:spPr>
          <a:xfrm>
            <a:off x="5926667" y="4811919"/>
            <a:ext cx="1320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Alpha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4FA27B-5E20-D95D-7BEF-4B3DF61F2011}"/>
              </a:ext>
            </a:extLst>
          </p:cNvPr>
          <p:cNvSpPr txBox="1"/>
          <p:nvPr/>
        </p:nvSpPr>
        <p:spPr>
          <a:xfrm>
            <a:off x="5554133" y="4004896"/>
            <a:ext cx="321733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1398E4-852C-1A81-AF6F-7830ECA5B880}"/>
              </a:ext>
            </a:extLst>
          </p:cNvPr>
          <p:cNvSpPr txBox="1"/>
          <p:nvPr/>
        </p:nvSpPr>
        <p:spPr>
          <a:xfrm>
            <a:off x="11256439" y="3992509"/>
            <a:ext cx="321733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E4C9D78-3525-E901-BDC5-C74D16945E8A}"/>
              </a:ext>
            </a:extLst>
          </p:cNvPr>
          <p:cNvSpPr txBox="1"/>
          <p:nvPr/>
        </p:nvSpPr>
        <p:spPr>
          <a:xfrm>
            <a:off x="2044699" y="8805450"/>
            <a:ext cx="361526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Standardized Effect Sizes (SES)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4E8436F-C28F-982A-1067-0CC81D8BA057}"/>
              </a:ext>
            </a:extLst>
          </p:cNvPr>
          <p:cNvSpPr txBox="1"/>
          <p:nvPr/>
        </p:nvSpPr>
        <p:spPr>
          <a:xfrm>
            <a:off x="7315201" y="8805446"/>
            <a:ext cx="361526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Standardized Effect Sizes (SES)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2D0881C-F62F-E9E3-597D-AF21FD796769}"/>
              </a:ext>
            </a:extLst>
          </p:cNvPr>
          <p:cNvSpPr txBox="1"/>
          <p:nvPr/>
        </p:nvSpPr>
        <p:spPr>
          <a:xfrm>
            <a:off x="175042" y="6924826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-Diversity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D53F1D9-2860-28F0-3682-523D189D103F}"/>
              </a:ext>
            </a:extLst>
          </p:cNvPr>
          <p:cNvSpPr txBox="1"/>
          <p:nvPr/>
        </p:nvSpPr>
        <p:spPr>
          <a:xfrm>
            <a:off x="175041" y="7754859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-Diversity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C99869E-FD4B-81B9-F4AC-DBBE1C178ED7}"/>
              </a:ext>
            </a:extLst>
          </p:cNvPr>
          <p:cNvSpPr txBox="1"/>
          <p:nvPr/>
        </p:nvSpPr>
        <p:spPr>
          <a:xfrm>
            <a:off x="175039" y="7473676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Turnover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91E5B87-158C-60DD-608C-44E484296F70}"/>
              </a:ext>
            </a:extLst>
          </p:cNvPr>
          <p:cNvSpPr txBox="1"/>
          <p:nvPr/>
        </p:nvSpPr>
        <p:spPr>
          <a:xfrm>
            <a:off x="175039" y="7213557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Nestedness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FB20400-5EBF-7C47-6A3D-236C6A337603}"/>
              </a:ext>
            </a:extLst>
          </p:cNvPr>
          <p:cNvSpPr txBox="1"/>
          <p:nvPr/>
        </p:nvSpPr>
        <p:spPr>
          <a:xfrm>
            <a:off x="175039" y="8338430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Turnover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E21FA3-700D-0FED-13CA-115F4BA35F95}"/>
              </a:ext>
            </a:extLst>
          </p:cNvPr>
          <p:cNvSpPr txBox="1"/>
          <p:nvPr/>
        </p:nvSpPr>
        <p:spPr>
          <a:xfrm>
            <a:off x="175039" y="8078311"/>
            <a:ext cx="13208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Nestedness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4A9A16E-1576-F1E1-057B-1CD1289EF308}"/>
              </a:ext>
            </a:extLst>
          </p:cNvPr>
          <p:cNvSpPr txBox="1"/>
          <p:nvPr/>
        </p:nvSpPr>
        <p:spPr>
          <a:xfrm>
            <a:off x="5868878" y="7094160"/>
            <a:ext cx="1320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-Diversity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B187C94-55E6-35F1-D849-30314D0D698E}"/>
              </a:ext>
            </a:extLst>
          </p:cNvPr>
          <p:cNvSpPr txBox="1"/>
          <p:nvPr/>
        </p:nvSpPr>
        <p:spPr>
          <a:xfrm>
            <a:off x="5868876" y="8118491"/>
            <a:ext cx="1320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Nestedness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A83C176-C430-0EA4-3AC6-FFB6897EE1E4}"/>
              </a:ext>
            </a:extLst>
          </p:cNvPr>
          <p:cNvSpPr txBox="1"/>
          <p:nvPr/>
        </p:nvSpPr>
        <p:spPr>
          <a:xfrm>
            <a:off x="5868877" y="7924193"/>
            <a:ext cx="1320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-Diversity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04C5826-C81D-2C13-88C1-5851FB611BAD}"/>
              </a:ext>
            </a:extLst>
          </p:cNvPr>
          <p:cNvSpPr txBox="1"/>
          <p:nvPr/>
        </p:nvSpPr>
        <p:spPr>
          <a:xfrm>
            <a:off x="5860412" y="8320811"/>
            <a:ext cx="1320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Turnover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A21112C-F350-369F-A523-132C4C48C528}"/>
              </a:ext>
            </a:extLst>
          </p:cNvPr>
          <p:cNvSpPr txBox="1"/>
          <p:nvPr/>
        </p:nvSpPr>
        <p:spPr>
          <a:xfrm>
            <a:off x="5877340" y="7288458"/>
            <a:ext cx="1320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Nestedness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141A686-2AE2-407E-4A28-3B5317629B4A}"/>
              </a:ext>
            </a:extLst>
          </p:cNvPr>
          <p:cNvSpPr txBox="1"/>
          <p:nvPr/>
        </p:nvSpPr>
        <p:spPr>
          <a:xfrm>
            <a:off x="5868876" y="7490778"/>
            <a:ext cx="1320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Turnover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D921F1C-F40F-60A7-0398-E83D2DBA6B50}"/>
              </a:ext>
            </a:extLst>
          </p:cNvPr>
          <p:cNvSpPr txBox="1"/>
          <p:nvPr/>
        </p:nvSpPr>
        <p:spPr>
          <a:xfrm>
            <a:off x="5868876" y="6899428"/>
            <a:ext cx="1320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Alpha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6A212E2-5B59-3F63-CB5B-DCC5E11EDCF6}"/>
              </a:ext>
            </a:extLst>
          </p:cNvPr>
          <p:cNvSpPr txBox="1"/>
          <p:nvPr/>
        </p:nvSpPr>
        <p:spPr>
          <a:xfrm>
            <a:off x="5868876" y="7703261"/>
            <a:ext cx="1320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Alpha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24C36D7-EAAC-1C0F-438A-627A70988FDF}"/>
              </a:ext>
            </a:extLst>
          </p:cNvPr>
          <p:cNvSpPr txBox="1"/>
          <p:nvPr/>
        </p:nvSpPr>
        <p:spPr>
          <a:xfrm>
            <a:off x="5517509" y="6899427"/>
            <a:ext cx="321733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DBF1E1A-E580-EC94-BE32-3E936FF598FE}"/>
              </a:ext>
            </a:extLst>
          </p:cNvPr>
          <p:cNvSpPr txBox="1"/>
          <p:nvPr/>
        </p:nvSpPr>
        <p:spPr>
          <a:xfrm>
            <a:off x="11219815" y="6887040"/>
            <a:ext cx="321733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A76144C-9730-806A-2A75-ACF9D2B2FBB2}"/>
              </a:ext>
            </a:extLst>
          </p:cNvPr>
          <p:cNvSpPr txBox="1"/>
          <p:nvPr/>
        </p:nvSpPr>
        <p:spPr>
          <a:xfrm>
            <a:off x="4504126" y="6120090"/>
            <a:ext cx="341837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Pham et al (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in review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C823AE5-ECD9-483E-2976-4F2B0522392D}"/>
              </a:ext>
            </a:extLst>
          </p:cNvPr>
          <p:cNvSpPr/>
          <p:nvPr/>
        </p:nvSpPr>
        <p:spPr>
          <a:xfrm>
            <a:off x="7285568" y="6085558"/>
            <a:ext cx="4127501" cy="40789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FBFB00C-A212-F47A-AB41-DF6128A4C4E6}"/>
              </a:ext>
            </a:extLst>
          </p:cNvPr>
          <p:cNvSpPr txBox="1"/>
          <p:nvPr/>
        </p:nvSpPr>
        <p:spPr>
          <a:xfrm>
            <a:off x="5842002" y="6122944"/>
            <a:ext cx="36152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Legend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448310D-0E32-008F-BB3D-2549F32ABEEB}"/>
              </a:ext>
            </a:extLst>
          </p:cNvPr>
          <p:cNvSpPr txBox="1"/>
          <p:nvPr/>
        </p:nvSpPr>
        <p:spPr>
          <a:xfrm>
            <a:off x="10022412" y="6138333"/>
            <a:ext cx="1390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Pocket Prairies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F42D63B-658F-CB17-7693-3E12FF7049C5}"/>
              </a:ext>
            </a:extLst>
          </p:cNvPr>
          <p:cNvSpPr txBox="1"/>
          <p:nvPr/>
        </p:nvSpPr>
        <p:spPr>
          <a:xfrm>
            <a:off x="8268758" y="6131282"/>
            <a:ext cx="1320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Vacant Lots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1C2927D-D1D4-DA08-6163-FEA87E9604F4}"/>
              </a:ext>
            </a:extLst>
          </p:cNvPr>
          <p:cNvSpPr/>
          <p:nvPr/>
        </p:nvSpPr>
        <p:spPr>
          <a:xfrm>
            <a:off x="9836151" y="6157840"/>
            <a:ext cx="211667" cy="229012"/>
          </a:xfrm>
          <a:prstGeom prst="rect">
            <a:avLst/>
          </a:prstGeom>
          <a:solidFill>
            <a:srgbClr val="99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1EDF6EE-C318-8E83-8932-7EBEB74B0AA0}"/>
              </a:ext>
            </a:extLst>
          </p:cNvPr>
          <p:cNvSpPr/>
          <p:nvPr/>
        </p:nvSpPr>
        <p:spPr>
          <a:xfrm>
            <a:off x="8217957" y="6162401"/>
            <a:ext cx="211667" cy="229012"/>
          </a:xfrm>
          <a:prstGeom prst="rect">
            <a:avLst/>
          </a:prstGeom>
          <a:solidFill>
            <a:srgbClr val="CC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900CC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2008208-4195-B22E-C89A-041B85BE1EBB}"/>
              </a:ext>
            </a:extLst>
          </p:cNvPr>
          <p:cNvSpPr/>
          <p:nvPr/>
        </p:nvSpPr>
        <p:spPr>
          <a:xfrm flipV="1">
            <a:off x="1494366" y="5993763"/>
            <a:ext cx="10083806" cy="81193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619FBCF8-521B-40DF-80D4-24E185D965A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160"/>
          <a:stretch/>
        </p:blipFill>
        <p:spPr>
          <a:xfrm>
            <a:off x="380998" y="8639601"/>
            <a:ext cx="11430000" cy="194732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40954F67-29CF-016A-9698-5F78008237AF}"/>
              </a:ext>
            </a:extLst>
          </p:cNvPr>
          <p:cNvSpPr txBox="1"/>
          <p:nvPr/>
        </p:nvSpPr>
        <p:spPr>
          <a:xfrm>
            <a:off x="2757377" y="6459628"/>
            <a:ext cx="235333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Taxonomic Diversity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E7F371F-8048-BE13-3ECE-D41910F715F2}"/>
              </a:ext>
            </a:extLst>
          </p:cNvPr>
          <p:cNvSpPr txBox="1"/>
          <p:nvPr/>
        </p:nvSpPr>
        <p:spPr>
          <a:xfrm>
            <a:off x="8015628" y="6462703"/>
            <a:ext cx="2538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Functional Diversity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A86EC0A-30ED-A28B-A609-8023F53FE56B}"/>
              </a:ext>
            </a:extLst>
          </p:cNvPr>
          <p:cNvSpPr/>
          <p:nvPr/>
        </p:nvSpPr>
        <p:spPr>
          <a:xfrm flipV="1">
            <a:off x="1500280" y="3155526"/>
            <a:ext cx="10083806" cy="81193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EE0C1D4-0DCB-B96B-FB7F-D04D8256D266}"/>
              </a:ext>
            </a:extLst>
          </p:cNvPr>
          <p:cNvSpPr txBox="1"/>
          <p:nvPr/>
        </p:nvSpPr>
        <p:spPr>
          <a:xfrm>
            <a:off x="4554926" y="3274465"/>
            <a:ext cx="341837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Turo et al (2021)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94CDE7E-0663-19D2-AFF1-2C5E3B901A71}"/>
              </a:ext>
            </a:extLst>
          </p:cNvPr>
          <p:cNvSpPr/>
          <p:nvPr/>
        </p:nvSpPr>
        <p:spPr>
          <a:xfrm>
            <a:off x="7336368" y="3239933"/>
            <a:ext cx="4127501" cy="40789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963D45B-F4B2-8D2F-EC2B-89A959733A0C}"/>
              </a:ext>
            </a:extLst>
          </p:cNvPr>
          <p:cNvSpPr txBox="1"/>
          <p:nvPr/>
        </p:nvSpPr>
        <p:spPr>
          <a:xfrm>
            <a:off x="5892802" y="3277319"/>
            <a:ext cx="36152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Legend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1148149-EE05-91BB-3AAB-DEC9D89417CF}"/>
              </a:ext>
            </a:extLst>
          </p:cNvPr>
          <p:cNvSpPr txBox="1"/>
          <p:nvPr/>
        </p:nvSpPr>
        <p:spPr>
          <a:xfrm>
            <a:off x="10073212" y="3292708"/>
            <a:ext cx="1390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Pocket Prairies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FD2BDD6-B97B-609F-2FBA-866B71769D34}"/>
              </a:ext>
            </a:extLst>
          </p:cNvPr>
          <p:cNvSpPr txBox="1"/>
          <p:nvPr/>
        </p:nvSpPr>
        <p:spPr>
          <a:xfrm>
            <a:off x="8319558" y="3285657"/>
            <a:ext cx="1320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Vacant Lots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182CADB-D91C-5549-C2C5-DD43C1E9C18B}"/>
              </a:ext>
            </a:extLst>
          </p:cNvPr>
          <p:cNvSpPr/>
          <p:nvPr/>
        </p:nvSpPr>
        <p:spPr>
          <a:xfrm>
            <a:off x="9886951" y="3312215"/>
            <a:ext cx="211667" cy="229012"/>
          </a:xfrm>
          <a:prstGeom prst="rect">
            <a:avLst/>
          </a:prstGeom>
          <a:solidFill>
            <a:srgbClr val="2E2E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7812AE4-56E9-EE20-5E54-9D94E68506A5}"/>
              </a:ext>
            </a:extLst>
          </p:cNvPr>
          <p:cNvSpPr/>
          <p:nvPr/>
        </p:nvSpPr>
        <p:spPr>
          <a:xfrm>
            <a:off x="8268757" y="3316776"/>
            <a:ext cx="211667" cy="229012"/>
          </a:xfrm>
          <a:prstGeom prst="rect">
            <a:avLst/>
          </a:prstGeom>
          <a:solidFill>
            <a:srgbClr val="CC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900CC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C7D2E20-D263-ACD9-E3CE-56B5CD6F02BD}"/>
              </a:ext>
            </a:extLst>
          </p:cNvPr>
          <p:cNvSpPr txBox="1"/>
          <p:nvPr/>
        </p:nvSpPr>
        <p:spPr>
          <a:xfrm>
            <a:off x="2808177" y="3614003"/>
            <a:ext cx="235333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Taxonomic Diversity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F475307-D2DA-74B2-49E3-63F1C69C60A8}"/>
              </a:ext>
            </a:extLst>
          </p:cNvPr>
          <p:cNvSpPr txBox="1"/>
          <p:nvPr/>
        </p:nvSpPr>
        <p:spPr>
          <a:xfrm>
            <a:off x="8066428" y="3617078"/>
            <a:ext cx="2538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Functional Diversity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483EA0B-B270-DF71-5B13-9980C484D6C5}"/>
              </a:ext>
            </a:extLst>
          </p:cNvPr>
          <p:cNvSpPr/>
          <p:nvPr/>
        </p:nvSpPr>
        <p:spPr>
          <a:xfrm flipV="1">
            <a:off x="1494366" y="317218"/>
            <a:ext cx="10083806" cy="81193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A476985-D488-218F-E015-EA2ADD871FA2}"/>
              </a:ext>
            </a:extLst>
          </p:cNvPr>
          <p:cNvSpPr txBox="1"/>
          <p:nvPr/>
        </p:nvSpPr>
        <p:spPr>
          <a:xfrm>
            <a:off x="4549012" y="436157"/>
            <a:ext cx="341837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Sivakoff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et al (2018)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D2B8264-D678-1337-275D-3755B7C304AC}"/>
              </a:ext>
            </a:extLst>
          </p:cNvPr>
          <p:cNvSpPr/>
          <p:nvPr/>
        </p:nvSpPr>
        <p:spPr>
          <a:xfrm>
            <a:off x="7330454" y="401625"/>
            <a:ext cx="4127501" cy="40789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5DF1BDF-6A25-75B3-6BDD-E0406BFBE93C}"/>
              </a:ext>
            </a:extLst>
          </p:cNvPr>
          <p:cNvSpPr/>
          <p:nvPr/>
        </p:nvSpPr>
        <p:spPr>
          <a:xfrm>
            <a:off x="8262843" y="478468"/>
            <a:ext cx="211667" cy="229012"/>
          </a:xfrm>
          <a:prstGeom prst="rect">
            <a:avLst/>
          </a:prstGeom>
          <a:solidFill>
            <a:srgbClr val="CC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900CC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070AC57-A0A6-3E55-572A-36C5C3C316B1}"/>
              </a:ext>
            </a:extLst>
          </p:cNvPr>
          <p:cNvSpPr txBox="1"/>
          <p:nvPr/>
        </p:nvSpPr>
        <p:spPr>
          <a:xfrm>
            <a:off x="2802263" y="775695"/>
            <a:ext cx="235333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Taxonomic Diversity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D3FB8EF-1A54-A039-DE28-CE4C22D6A275}"/>
              </a:ext>
            </a:extLst>
          </p:cNvPr>
          <p:cNvSpPr txBox="1"/>
          <p:nvPr/>
        </p:nvSpPr>
        <p:spPr>
          <a:xfrm>
            <a:off x="8060514" y="778770"/>
            <a:ext cx="2538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Functional Diversity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CB75F87-9A8F-3D4A-C41F-55A431848294}"/>
              </a:ext>
            </a:extLst>
          </p:cNvPr>
          <p:cNvSpPr txBox="1"/>
          <p:nvPr/>
        </p:nvSpPr>
        <p:spPr>
          <a:xfrm>
            <a:off x="5887924" y="444454"/>
            <a:ext cx="36152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Legend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D529CF8B-1C48-F06B-CF6D-57336BA9B056}"/>
              </a:ext>
            </a:extLst>
          </p:cNvPr>
          <p:cNvSpPr txBox="1"/>
          <p:nvPr/>
        </p:nvSpPr>
        <p:spPr>
          <a:xfrm>
            <a:off x="10068334" y="459843"/>
            <a:ext cx="1390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Urban Farms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A5FB084-30BE-3150-8021-E8D561F2D414}"/>
              </a:ext>
            </a:extLst>
          </p:cNvPr>
          <p:cNvSpPr txBox="1"/>
          <p:nvPr/>
        </p:nvSpPr>
        <p:spPr>
          <a:xfrm>
            <a:off x="8314680" y="452792"/>
            <a:ext cx="1320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Vacant Lots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5E8356F-C6E3-C9BB-914D-C3390A3B7AFA}"/>
              </a:ext>
            </a:extLst>
          </p:cNvPr>
          <p:cNvSpPr/>
          <p:nvPr/>
        </p:nvSpPr>
        <p:spPr>
          <a:xfrm>
            <a:off x="9882073" y="479350"/>
            <a:ext cx="211667" cy="229012"/>
          </a:xfrm>
          <a:prstGeom prst="rect">
            <a:avLst/>
          </a:prstGeom>
          <a:solidFill>
            <a:srgbClr val="FF57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01C0B9EA-E335-CC69-E04C-33EE969C5050}"/>
              </a:ext>
            </a:extLst>
          </p:cNvPr>
          <p:cNvSpPr/>
          <p:nvPr/>
        </p:nvSpPr>
        <p:spPr>
          <a:xfrm>
            <a:off x="8263879" y="483911"/>
            <a:ext cx="211667" cy="229012"/>
          </a:xfrm>
          <a:prstGeom prst="rect">
            <a:avLst/>
          </a:prstGeom>
          <a:solidFill>
            <a:srgbClr val="FFCC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900CC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BFD8AFDA-2D59-E2FD-B67F-0E20627A922E}"/>
              </a:ext>
            </a:extLst>
          </p:cNvPr>
          <p:cNvSpPr txBox="1"/>
          <p:nvPr/>
        </p:nvSpPr>
        <p:spPr>
          <a:xfrm>
            <a:off x="5338698" y="2341838"/>
            <a:ext cx="35443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Rounded MT Bold" panose="020F0704030504030204" pitchFamily="34" charset="0"/>
                <a:cs typeface="Arial" panose="020B0604020202020204" pitchFamily="34" charset="0"/>
              </a:rPr>
              <a:t>**</a:t>
            </a:r>
            <a:endParaRPr lang="en-US" sz="13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18553AFB-BE7A-D439-F8AD-6031E2732DEE}"/>
              </a:ext>
            </a:extLst>
          </p:cNvPr>
          <p:cNvSpPr txBox="1"/>
          <p:nvPr/>
        </p:nvSpPr>
        <p:spPr>
          <a:xfrm>
            <a:off x="2182210" y="1263497"/>
            <a:ext cx="35473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Rounded MT Bold" panose="020F0704030504030204" pitchFamily="34" charset="0"/>
                <a:cs typeface="Arial" panose="020B0604020202020204" pitchFamily="34" charset="0"/>
              </a:rPr>
              <a:t>**</a:t>
            </a:r>
            <a:endParaRPr lang="en-US" sz="13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09608E8-905F-1EF4-FE4A-C050DC6E7678}"/>
              </a:ext>
            </a:extLst>
          </p:cNvPr>
          <p:cNvSpPr txBox="1"/>
          <p:nvPr/>
        </p:nvSpPr>
        <p:spPr>
          <a:xfrm>
            <a:off x="1987376" y="1803649"/>
            <a:ext cx="35473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Rounded MT Bold" panose="020F0704030504030204" pitchFamily="34" charset="0"/>
                <a:cs typeface="Arial" panose="020B0604020202020204" pitchFamily="34" charset="0"/>
              </a:rPr>
              <a:t>**</a:t>
            </a:r>
            <a:endParaRPr lang="en-US" sz="13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6782046-D150-DFAF-5DE9-C31CA6C09CCA}"/>
              </a:ext>
            </a:extLst>
          </p:cNvPr>
          <p:cNvSpPr txBox="1"/>
          <p:nvPr/>
        </p:nvSpPr>
        <p:spPr>
          <a:xfrm>
            <a:off x="2249730" y="2071793"/>
            <a:ext cx="35473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Rounded MT Bold" panose="020F0704030504030204" pitchFamily="34" charset="0"/>
                <a:cs typeface="Arial" panose="020B0604020202020204" pitchFamily="34" charset="0"/>
              </a:rPr>
              <a:t>**</a:t>
            </a:r>
            <a:endParaRPr lang="en-US" sz="13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5847F32-53F4-9EDD-CA48-40104D098EB6}"/>
              </a:ext>
            </a:extLst>
          </p:cNvPr>
          <p:cNvSpPr txBox="1"/>
          <p:nvPr/>
        </p:nvSpPr>
        <p:spPr>
          <a:xfrm>
            <a:off x="1954590" y="2604226"/>
            <a:ext cx="35473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Rounded MT Bold" panose="020F0704030504030204" pitchFamily="34" charset="0"/>
                <a:cs typeface="Arial" panose="020B0604020202020204" pitchFamily="34" charset="0"/>
              </a:rPr>
              <a:t>**</a:t>
            </a:r>
            <a:endParaRPr lang="en-US" sz="13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D15DCF7-B4D7-24B7-2526-9E996B0B4714}"/>
              </a:ext>
            </a:extLst>
          </p:cNvPr>
          <p:cNvSpPr txBox="1"/>
          <p:nvPr/>
        </p:nvSpPr>
        <p:spPr>
          <a:xfrm>
            <a:off x="5224887" y="1533545"/>
            <a:ext cx="35443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Rounded MT Bold" panose="020F0704030504030204" pitchFamily="34" charset="0"/>
                <a:cs typeface="Arial" panose="020B0604020202020204" pitchFamily="34" charset="0"/>
              </a:rPr>
              <a:t>**</a:t>
            </a:r>
            <a:endParaRPr lang="en-US" sz="13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7F9BE868-1371-5675-9530-92B94D24B9F3}"/>
              </a:ext>
            </a:extLst>
          </p:cNvPr>
          <p:cNvSpPr txBox="1"/>
          <p:nvPr/>
        </p:nvSpPr>
        <p:spPr>
          <a:xfrm>
            <a:off x="8642606" y="1221974"/>
            <a:ext cx="22816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Rounded MT Bold" panose="020F0704030504030204" pitchFamily="34" charset="0"/>
                <a:cs typeface="Arial" panose="020B0604020202020204" pitchFamily="34" charset="0"/>
              </a:rPr>
              <a:t>*</a:t>
            </a:r>
            <a:endParaRPr lang="en-US" sz="13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180E7EB5-AEF5-6D6F-E2D3-F4D43E075116}"/>
              </a:ext>
            </a:extLst>
          </p:cNvPr>
          <p:cNvSpPr txBox="1"/>
          <p:nvPr/>
        </p:nvSpPr>
        <p:spPr>
          <a:xfrm>
            <a:off x="1883199" y="4083844"/>
            <a:ext cx="35473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Rounded MT Bold" panose="020F0704030504030204" pitchFamily="34" charset="0"/>
                <a:cs typeface="Arial" panose="020B0604020202020204" pitchFamily="34" charset="0"/>
              </a:rPr>
              <a:t>**</a:t>
            </a:r>
            <a:endParaRPr lang="en-US" sz="13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5B2ECA2-C206-40BD-35FC-AEDD9CB7195C}"/>
              </a:ext>
            </a:extLst>
          </p:cNvPr>
          <p:cNvSpPr txBox="1"/>
          <p:nvPr/>
        </p:nvSpPr>
        <p:spPr>
          <a:xfrm>
            <a:off x="1520535" y="4635570"/>
            <a:ext cx="35473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Rounded MT Bold" panose="020F0704030504030204" pitchFamily="34" charset="0"/>
                <a:cs typeface="Arial" panose="020B0604020202020204" pitchFamily="34" charset="0"/>
              </a:rPr>
              <a:t>**</a:t>
            </a:r>
            <a:endParaRPr lang="en-US" sz="13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072886C-F416-07F0-03F0-593490724CA6}"/>
              </a:ext>
            </a:extLst>
          </p:cNvPr>
          <p:cNvSpPr txBox="1"/>
          <p:nvPr/>
        </p:nvSpPr>
        <p:spPr>
          <a:xfrm>
            <a:off x="5579837" y="4371253"/>
            <a:ext cx="35443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Rounded MT Bold" panose="020F0704030504030204" pitchFamily="34" charset="0"/>
                <a:cs typeface="Arial" panose="020B0604020202020204" pitchFamily="34" charset="0"/>
              </a:rPr>
              <a:t>**</a:t>
            </a:r>
            <a:endParaRPr lang="en-US" sz="13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E2F99EA1-4CFA-2925-8EF8-AFD7E7E998FB}"/>
              </a:ext>
            </a:extLst>
          </p:cNvPr>
          <p:cNvSpPr txBox="1"/>
          <p:nvPr/>
        </p:nvSpPr>
        <p:spPr>
          <a:xfrm>
            <a:off x="1879294" y="4913359"/>
            <a:ext cx="40686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Rounded MT Bold" panose="020F0704030504030204" pitchFamily="34" charset="0"/>
                <a:cs typeface="Arial" panose="020B0604020202020204" pitchFamily="34" charset="0"/>
              </a:rPr>
              <a:t>***</a:t>
            </a:r>
            <a:endParaRPr lang="en-US" sz="13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F6460F1-F617-AD4D-321D-57CE49A8A62F}"/>
              </a:ext>
            </a:extLst>
          </p:cNvPr>
          <p:cNvSpPr txBox="1"/>
          <p:nvPr/>
        </p:nvSpPr>
        <p:spPr>
          <a:xfrm>
            <a:off x="1537204" y="5465085"/>
            <a:ext cx="40944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Rounded MT Bold" panose="020F0704030504030204" pitchFamily="34" charset="0"/>
                <a:cs typeface="Arial" panose="020B0604020202020204" pitchFamily="34" charset="0"/>
              </a:rPr>
              <a:t>***</a:t>
            </a:r>
            <a:endParaRPr lang="en-US" sz="13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D7F2E4B3-1C9E-7471-F819-45E8D2CB884C}"/>
              </a:ext>
            </a:extLst>
          </p:cNvPr>
          <p:cNvSpPr txBox="1"/>
          <p:nvPr/>
        </p:nvSpPr>
        <p:spPr>
          <a:xfrm>
            <a:off x="5548777" y="5194981"/>
            <a:ext cx="41636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Rounded MT Bold" panose="020F0704030504030204" pitchFamily="34" charset="0"/>
                <a:cs typeface="Arial" panose="020B0604020202020204" pitchFamily="34" charset="0"/>
              </a:rPr>
              <a:t>***</a:t>
            </a:r>
            <a:endParaRPr lang="en-US" sz="13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E9068B3-020D-E013-BE0B-19CDA141DD5B}"/>
              </a:ext>
            </a:extLst>
          </p:cNvPr>
          <p:cNvSpPr txBox="1"/>
          <p:nvPr/>
        </p:nvSpPr>
        <p:spPr>
          <a:xfrm>
            <a:off x="10292633" y="4483144"/>
            <a:ext cx="35443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Rounded MT Bold" panose="020F0704030504030204" pitchFamily="34" charset="0"/>
                <a:cs typeface="Arial" panose="020B0604020202020204" pitchFamily="34" charset="0"/>
              </a:rPr>
              <a:t>**</a:t>
            </a:r>
            <a:endParaRPr lang="en-US" sz="13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A1E0C07-695E-FB35-76CA-493B24601341}"/>
              </a:ext>
            </a:extLst>
          </p:cNvPr>
          <p:cNvSpPr txBox="1"/>
          <p:nvPr/>
        </p:nvSpPr>
        <p:spPr>
          <a:xfrm>
            <a:off x="10329291" y="4276729"/>
            <a:ext cx="35443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Rounded MT Bold" panose="020F0704030504030204" pitchFamily="34" charset="0"/>
                <a:cs typeface="Arial" panose="020B0604020202020204" pitchFamily="34" charset="0"/>
              </a:rPr>
              <a:t>**</a:t>
            </a:r>
            <a:endParaRPr lang="en-US" sz="13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76424FC-AAB6-AD05-4C92-166AB294ECA3}"/>
              </a:ext>
            </a:extLst>
          </p:cNvPr>
          <p:cNvSpPr txBox="1"/>
          <p:nvPr/>
        </p:nvSpPr>
        <p:spPr>
          <a:xfrm>
            <a:off x="9831575" y="4884394"/>
            <a:ext cx="35443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Rounded MT Bold" panose="020F0704030504030204" pitchFamily="34" charset="0"/>
                <a:cs typeface="Arial" panose="020B0604020202020204" pitchFamily="34" charset="0"/>
              </a:rPr>
              <a:t>**</a:t>
            </a:r>
            <a:endParaRPr lang="en-US" sz="13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EF3CDE88-4E48-26B9-DA2F-593EF2D994B9}"/>
              </a:ext>
            </a:extLst>
          </p:cNvPr>
          <p:cNvSpPr txBox="1"/>
          <p:nvPr/>
        </p:nvSpPr>
        <p:spPr>
          <a:xfrm>
            <a:off x="11042857" y="5086955"/>
            <a:ext cx="41636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Rounded MT Bold" panose="020F0704030504030204" pitchFamily="34" charset="0"/>
                <a:cs typeface="Arial" panose="020B0604020202020204" pitchFamily="34" charset="0"/>
              </a:rPr>
              <a:t>***</a:t>
            </a:r>
            <a:endParaRPr lang="en-US" sz="13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19523422-0344-03E4-CF12-6FE2C874BED4}"/>
              </a:ext>
            </a:extLst>
          </p:cNvPr>
          <p:cNvSpPr txBox="1"/>
          <p:nvPr/>
        </p:nvSpPr>
        <p:spPr>
          <a:xfrm>
            <a:off x="11050578" y="5303019"/>
            <a:ext cx="41636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Rounded MT Bold" panose="020F0704030504030204" pitchFamily="34" charset="0"/>
                <a:cs typeface="Arial" panose="020B0604020202020204" pitchFamily="34" charset="0"/>
              </a:rPr>
              <a:t>***</a:t>
            </a:r>
            <a:endParaRPr lang="en-US" sz="13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D51A9F8-2E81-A9EA-A5FA-3931B3859625}"/>
              </a:ext>
            </a:extLst>
          </p:cNvPr>
          <p:cNvSpPr txBox="1"/>
          <p:nvPr/>
        </p:nvSpPr>
        <p:spPr>
          <a:xfrm>
            <a:off x="7921290" y="5503672"/>
            <a:ext cx="35473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Rounded MT Bold" panose="020F0704030504030204" pitchFamily="34" charset="0"/>
                <a:cs typeface="Arial" panose="020B0604020202020204" pitchFamily="34" charset="0"/>
              </a:rPr>
              <a:t>**</a:t>
            </a:r>
            <a:endParaRPr lang="en-US" sz="13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02D2F2E8-8B0A-E965-6CA2-2FAA32D54470}"/>
              </a:ext>
            </a:extLst>
          </p:cNvPr>
          <p:cNvSpPr txBox="1"/>
          <p:nvPr/>
        </p:nvSpPr>
        <p:spPr>
          <a:xfrm>
            <a:off x="9906815" y="7338223"/>
            <a:ext cx="35443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Rounded MT Bold" panose="020F0704030504030204" pitchFamily="34" charset="0"/>
                <a:cs typeface="Arial" panose="020B0604020202020204" pitchFamily="34" charset="0"/>
              </a:rPr>
              <a:t>**</a:t>
            </a:r>
            <a:endParaRPr lang="en-US" sz="13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9ADCD2A-75FF-F6EE-F0C4-2BA94CE2DC6D}"/>
              </a:ext>
            </a:extLst>
          </p:cNvPr>
          <p:cNvSpPr txBox="1"/>
          <p:nvPr/>
        </p:nvSpPr>
        <p:spPr>
          <a:xfrm>
            <a:off x="9871899" y="8158098"/>
            <a:ext cx="41636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Rounded MT Bold" panose="020F0704030504030204" pitchFamily="34" charset="0"/>
                <a:cs typeface="Arial" panose="020B0604020202020204" pitchFamily="34" charset="0"/>
              </a:rPr>
              <a:t>**</a:t>
            </a:r>
            <a:endParaRPr lang="en-US" sz="13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DEB5BA82-2167-B324-8B92-E6E61DD9D68C}"/>
              </a:ext>
            </a:extLst>
          </p:cNvPr>
          <p:cNvSpPr txBox="1"/>
          <p:nvPr/>
        </p:nvSpPr>
        <p:spPr>
          <a:xfrm>
            <a:off x="5082138" y="7247558"/>
            <a:ext cx="35443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Rounded MT Bold" panose="020F0704030504030204" pitchFamily="34" charset="0"/>
                <a:cs typeface="Arial" panose="020B0604020202020204" pitchFamily="34" charset="0"/>
              </a:rPr>
              <a:t>**</a:t>
            </a:r>
            <a:endParaRPr lang="en-US" sz="13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938FE0E-C37C-D0A1-0315-FD176CAA9FCA}"/>
              </a:ext>
            </a:extLst>
          </p:cNvPr>
          <p:cNvSpPr txBox="1"/>
          <p:nvPr/>
        </p:nvSpPr>
        <p:spPr>
          <a:xfrm>
            <a:off x="4896752" y="8067433"/>
            <a:ext cx="41636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Rounded MT Bold" panose="020F0704030504030204" pitchFamily="34" charset="0"/>
                <a:cs typeface="Arial" panose="020B0604020202020204" pitchFamily="34" charset="0"/>
              </a:rPr>
              <a:t>**</a:t>
            </a:r>
            <a:endParaRPr lang="en-US" sz="13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F6113C2-45DC-A034-7720-68FD05DABA70}"/>
              </a:ext>
            </a:extLst>
          </p:cNvPr>
          <p:cNvSpPr txBox="1"/>
          <p:nvPr/>
        </p:nvSpPr>
        <p:spPr>
          <a:xfrm>
            <a:off x="2519802" y="6960138"/>
            <a:ext cx="35473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Rounded MT Bold" panose="020F0704030504030204" pitchFamily="34" charset="0"/>
                <a:cs typeface="Arial" panose="020B0604020202020204" pitchFamily="34" charset="0"/>
              </a:rPr>
              <a:t>**</a:t>
            </a:r>
            <a:endParaRPr lang="en-US" sz="13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22C6B76F-BD07-A0BE-D326-8A7E089BD361}"/>
              </a:ext>
            </a:extLst>
          </p:cNvPr>
          <p:cNvSpPr txBox="1"/>
          <p:nvPr/>
        </p:nvSpPr>
        <p:spPr>
          <a:xfrm>
            <a:off x="2203434" y="7500290"/>
            <a:ext cx="35473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Rounded MT Bold" panose="020F0704030504030204" pitchFamily="34" charset="0"/>
                <a:cs typeface="Arial" panose="020B0604020202020204" pitchFamily="34" charset="0"/>
              </a:rPr>
              <a:t>**</a:t>
            </a:r>
            <a:endParaRPr lang="en-US" sz="13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5ED2550-7CF1-0AB4-0AA6-E30349B725CE}"/>
              </a:ext>
            </a:extLst>
          </p:cNvPr>
          <p:cNvSpPr txBox="1"/>
          <p:nvPr/>
        </p:nvSpPr>
        <p:spPr>
          <a:xfrm>
            <a:off x="2604683" y="7768434"/>
            <a:ext cx="35473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Rounded MT Bold" panose="020F0704030504030204" pitchFamily="34" charset="0"/>
                <a:cs typeface="Arial" panose="020B0604020202020204" pitchFamily="34" charset="0"/>
              </a:rPr>
              <a:t>**</a:t>
            </a:r>
            <a:endParaRPr lang="en-US" sz="13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2DF098F-C48C-3577-A0BD-E7BF9C783CE0}"/>
              </a:ext>
            </a:extLst>
          </p:cNvPr>
          <p:cNvSpPr txBox="1"/>
          <p:nvPr/>
        </p:nvSpPr>
        <p:spPr>
          <a:xfrm>
            <a:off x="2332691" y="8300867"/>
            <a:ext cx="35473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 Rounded MT Bold" panose="020F0704030504030204" pitchFamily="34" charset="0"/>
                <a:cs typeface="Arial" panose="020B0604020202020204" pitchFamily="34" charset="0"/>
              </a:rPr>
              <a:t>**</a:t>
            </a:r>
            <a:endParaRPr lang="en-US" sz="13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715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F0CD14-E6CD-4314-977E-AC32E284A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143000"/>
            <a:ext cx="10287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9D7231-5713-4AAE-8D45-2A8A56EF243B}"/>
              </a:ext>
            </a:extLst>
          </p:cNvPr>
          <p:cNvSpPr txBox="1"/>
          <p:nvPr/>
        </p:nvSpPr>
        <p:spPr>
          <a:xfrm>
            <a:off x="5503335" y="1693333"/>
            <a:ext cx="321733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B593A6-7D0C-4FB8-A5A4-474C3B3AF313}"/>
              </a:ext>
            </a:extLst>
          </p:cNvPr>
          <p:cNvSpPr txBox="1"/>
          <p:nvPr/>
        </p:nvSpPr>
        <p:spPr>
          <a:xfrm>
            <a:off x="10642602" y="1693333"/>
            <a:ext cx="321733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C038B6-1AA7-4242-B5B3-FFA9729656C2}"/>
              </a:ext>
            </a:extLst>
          </p:cNvPr>
          <p:cNvSpPr txBox="1"/>
          <p:nvPr/>
        </p:nvSpPr>
        <p:spPr>
          <a:xfrm>
            <a:off x="5503335" y="5122333"/>
            <a:ext cx="321733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025E3A-4A20-4BFA-A032-7AA674B14883}"/>
              </a:ext>
            </a:extLst>
          </p:cNvPr>
          <p:cNvSpPr txBox="1"/>
          <p:nvPr/>
        </p:nvSpPr>
        <p:spPr>
          <a:xfrm>
            <a:off x="10642602" y="5122333"/>
            <a:ext cx="321733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729E5E-2466-4651-B5DD-E478D68B93E6}"/>
              </a:ext>
            </a:extLst>
          </p:cNvPr>
          <p:cNvSpPr txBox="1"/>
          <p:nvPr/>
        </p:nvSpPr>
        <p:spPr>
          <a:xfrm>
            <a:off x="2209801" y="7626988"/>
            <a:ext cx="361526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Standardized Effect Sizes (SES)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7FA3D2-0E77-43DF-9471-734A064A8DD7}"/>
              </a:ext>
            </a:extLst>
          </p:cNvPr>
          <p:cNvSpPr txBox="1"/>
          <p:nvPr/>
        </p:nvSpPr>
        <p:spPr>
          <a:xfrm>
            <a:off x="7349068" y="7632545"/>
            <a:ext cx="361526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Standardized Effect Sizes (SES)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013C30-B961-4B9D-BFA0-61600C164126}"/>
              </a:ext>
            </a:extLst>
          </p:cNvPr>
          <p:cNvSpPr txBox="1"/>
          <p:nvPr/>
        </p:nvSpPr>
        <p:spPr>
          <a:xfrm>
            <a:off x="2061635" y="4197118"/>
            <a:ext cx="361526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Standardized Effect Sizes (SES)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22BF43-D456-4113-AF53-AF051319E230}"/>
              </a:ext>
            </a:extLst>
          </p:cNvPr>
          <p:cNvSpPr txBox="1"/>
          <p:nvPr/>
        </p:nvSpPr>
        <p:spPr>
          <a:xfrm>
            <a:off x="7200902" y="4202675"/>
            <a:ext cx="361526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Standardized Effect Sizes (SES)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43369F-F823-47A3-98C7-E6266C279BBC}"/>
              </a:ext>
            </a:extLst>
          </p:cNvPr>
          <p:cNvSpPr txBox="1"/>
          <p:nvPr/>
        </p:nvSpPr>
        <p:spPr>
          <a:xfrm>
            <a:off x="6051550" y="1997555"/>
            <a:ext cx="94403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Vacant Lots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90C956-8470-4794-A31C-F5C8CF006951}"/>
              </a:ext>
            </a:extLst>
          </p:cNvPr>
          <p:cNvSpPr txBox="1"/>
          <p:nvPr/>
        </p:nvSpPr>
        <p:spPr>
          <a:xfrm>
            <a:off x="863600" y="1997555"/>
            <a:ext cx="94403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Vacant Lots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1A9C64-0831-49E0-97E4-CE89C8B665FB}"/>
              </a:ext>
            </a:extLst>
          </p:cNvPr>
          <p:cNvSpPr txBox="1"/>
          <p:nvPr/>
        </p:nvSpPr>
        <p:spPr>
          <a:xfrm>
            <a:off x="6051550" y="5406659"/>
            <a:ext cx="94403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Vacant Lots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3CCBCB-022F-43C9-B9FB-506A410D81DC}"/>
              </a:ext>
            </a:extLst>
          </p:cNvPr>
          <p:cNvSpPr txBox="1"/>
          <p:nvPr/>
        </p:nvSpPr>
        <p:spPr>
          <a:xfrm>
            <a:off x="863600" y="5406659"/>
            <a:ext cx="94403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Vacant Lots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FADE38-7E21-4DFC-B68D-6DAEEE54022B}"/>
              </a:ext>
            </a:extLst>
          </p:cNvPr>
          <p:cNvSpPr txBox="1"/>
          <p:nvPr/>
        </p:nvSpPr>
        <p:spPr>
          <a:xfrm>
            <a:off x="6051550" y="3009240"/>
            <a:ext cx="94403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Urban Farms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AA5472-17E5-4940-B62E-84D701EB9304}"/>
              </a:ext>
            </a:extLst>
          </p:cNvPr>
          <p:cNvSpPr txBox="1"/>
          <p:nvPr/>
        </p:nvSpPr>
        <p:spPr>
          <a:xfrm>
            <a:off x="863600" y="3009240"/>
            <a:ext cx="94403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Urban Farms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E98A80-7985-47F3-BE5A-C17147954544}"/>
              </a:ext>
            </a:extLst>
          </p:cNvPr>
          <p:cNvSpPr txBox="1"/>
          <p:nvPr/>
        </p:nvSpPr>
        <p:spPr>
          <a:xfrm>
            <a:off x="6051550" y="6436842"/>
            <a:ext cx="94403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Urban Farms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69CEAD-7CEF-4908-B594-C50AD8EEF257}"/>
              </a:ext>
            </a:extLst>
          </p:cNvPr>
          <p:cNvSpPr txBox="1"/>
          <p:nvPr/>
        </p:nvSpPr>
        <p:spPr>
          <a:xfrm>
            <a:off x="863600" y="6436842"/>
            <a:ext cx="94403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Urban Farms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8A8FF6-AF7D-4350-A963-4A81817E9B76}"/>
              </a:ext>
            </a:extLst>
          </p:cNvPr>
          <p:cNvCxnSpPr>
            <a:cxnSpLocks/>
          </p:cNvCxnSpPr>
          <p:nvPr/>
        </p:nvCxnSpPr>
        <p:spPr>
          <a:xfrm>
            <a:off x="4221019" y="2268245"/>
            <a:ext cx="1212781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FE0FDAF-EC5E-4EA9-B831-AE5E847917DE}"/>
              </a:ext>
            </a:extLst>
          </p:cNvPr>
          <p:cNvCxnSpPr>
            <a:cxnSpLocks/>
          </p:cNvCxnSpPr>
          <p:nvPr/>
        </p:nvCxnSpPr>
        <p:spPr>
          <a:xfrm>
            <a:off x="5433799" y="3288863"/>
            <a:ext cx="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539F44C-CF4A-413C-931D-F196D3EDD52A}"/>
              </a:ext>
            </a:extLst>
          </p:cNvPr>
          <p:cNvCxnSpPr>
            <a:cxnSpLocks/>
          </p:cNvCxnSpPr>
          <p:nvPr/>
        </p:nvCxnSpPr>
        <p:spPr>
          <a:xfrm>
            <a:off x="5433799" y="2268245"/>
            <a:ext cx="0" cy="10206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8847242-DA1F-4E66-B0F4-9ED4D4860C08}"/>
              </a:ext>
            </a:extLst>
          </p:cNvPr>
          <p:cNvSpPr txBox="1"/>
          <p:nvPr/>
        </p:nvSpPr>
        <p:spPr>
          <a:xfrm>
            <a:off x="5411865" y="2624667"/>
            <a:ext cx="4132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.</a:t>
            </a:r>
            <a:r>
              <a:rPr lang="en-US" sz="1400" dirty="0">
                <a:latin typeface="Arial Rounded MT Bold" panose="020F0704030504030204" pitchFamily="34" charset="0"/>
                <a:cs typeface="Arial" panose="020B0604020202020204" pitchFamily="34" charset="0"/>
              </a:rPr>
              <a:t>*</a:t>
            </a:r>
            <a:endParaRPr lang="en-US" sz="14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6434ED9-A743-4CD1-9BFE-6D86E511C88F}"/>
              </a:ext>
            </a:extLst>
          </p:cNvPr>
          <p:cNvCxnSpPr>
            <a:cxnSpLocks/>
          </p:cNvCxnSpPr>
          <p:nvPr/>
        </p:nvCxnSpPr>
        <p:spPr>
          <a:xfrm>
            <a:off x="9522691" y="2268245"/>
            <a:ext cx="400106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B99DC6E-5279-4D08-8AD4-3B0452C737DE}"/>
              </a:ext>
            </a:extLst>
          </p:cNvPr>
          <p:cNvCxnSpPr>
            <a:cxnSpLocks/>
          </p:cNvCxnSpPr>
          <p:nvPr/>
        </p:nvCxnSpPr>
        <p:spPr>
          <a:xfrm>
            <a:off x="9059965" y="3288863"/>
            <a:ext cx="862832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74C9B7D-5C83-41BC-8C83-7485B480F3B2}"/>
              </a:ext>
            </a:extLst>
          </p:cNvPr>
          <p:cNvCxnSpPr>
            <a:cxnSpLocks/>
          </p:cNvCxnSpPr>
          <p:nvPr/>
        </p:nvCxnSpPr>
        <p:spPr>
          <a:xfrm>
            <a:off x="9922797" y="2268245"/>
            <a:ext cx="0" cy="10206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7BE0E8E-C22D-4B92-8F04-5DDCA1758EF6}"/>
              </a:ext>
            </a:extLst>
          </p:cNvPr>
          <p:cNvSpPr txBox="1"/>
          <p:nvPr/>
        </p:nvSpPr>
        <p:spPr>
          <a:xfrm>
            <a:off x="9922798" y="2624667"/>
            <a:ext cx="4862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.</a:t>
            </a:r>
            <a:r>
              <a:rPr lang="en-US" sz="1400" dirty="0">
                <a:latin typeface="Arial Rounded MT Bold" panose="020F0704030504030204" pitchFamily="34" charset="0"/>
                <a:cs typeface="Arial" panose="020B0604020202020204" pitchFamily="34" charset="0"/>
              </a:rPr>
              <a:t>*</a:t>
            </a:r>
            <a:endParaRPr lang="en-US" sz="14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92E1F1F-0A7C-40E2-B4AC-3A23EA3C4279}"/>
              </a:ext>
            </a:extLst>
          </p:cNvPr>
          <p:cNvCxnSpPr>
            <a:cxnSpLocks/>
          </p:cNvCxnSpPr>
          <p:nvPr/>
        </p:nvCxnSpPr>
        <p:spPr>
          <a:xfrm>
            <a:off x="3702242" y="5703859"/>
            <a:ext cx="905934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C3048A4-EEBC-41F8-9EA3-162E4317972C}"/>
              </a:ext>
            </a:extLst>
          </p:cNvPr>
          <p:cNvCxnSpPr>
            <a:cxnSpLocks/>
          </p:cNvCxnSpPr>
          <p:nvPr/>
        </p:nvCxnSpPr>
        <p:spPr>
          <a:xfrm>
            <a:off x="4359564" y="6724477"/>
            <a:ext cx="248612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1A676AF-285F-4D97-AB34-B499044B4194}"/>
              </a:ext>
            </a:extLst>
          </p:cNvPr>
          <p:cNvCxnSpPr>
            <a:cxnSpLocks/>
          </p:cNvCxnSpPr>
          <p:nvPr/>
        </p:nvCxnSpPr>
        <p:spPr>
          <a:xfrm>
            <a:off x="4608176" y="5703859"/>
            <a:ext cx="0" cy="10206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EAE7B86-5621-481C-A401-C1A4517A66F0}"/>
              </a:ext>
            </a:extLst>
          </p:cNvPr>
          <p:cNvSpPr txBox="1"/>
          <p:nvPr/>
        </p:nvSpPr>
        <p:spPr>
          <a:xfrm>
            <a:off x="4608177" y="6060281"/>
            <a:ext cx="4862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.</a:t>
            </a:r>
            <a:r>
              <a:rPr lang="en-US" sz="1400" dirty="0">
                <a:latin typeface="Arial Rounded MT Bold" panose="020F0704030504030204" pitchFamily="34" charset="0"/>
                <a:cs typeface="Arial" panose="020B0604020202020204" pitchFamily="34" charset="0"/>
              </a:rPr>
              <a:t>*</a:t>
            </a:r>
            <a:endParaRPr lang="en-US" sz="14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EAF763C-E7C7-49E8-B9C4-D49B8CD3A228}"/>
              </a:ext>
            </a:extLst>
          </p:cNvPr>
          <p:cNvCxnSpPr>
            <a:cxnSpLocks/>
          </p:cNvCxnSpPr>
          <p:nvPr/>
        </p:nvCxnSpPr>
        <p:spPr>
          <a:xfrm>
            <a:off x="10409000" y="5703859"/>
            <a:ext cx="164066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0435845-BA58-4DA8-97AB-0DFCF5F46BC2}"/>
              </a:ext>
            </a:extLst>
          </p:cNvPr>
          <p:cNvCxnSpPr>
            <a:cxnSpLocks/>
          </p:cNvCxnSpPr>
          <p:nvPr/>
        </p:nvCxnSpPr>
        <p:spPr>
          <a:xfrm>
            <a:off x="9922798" y="6724477"/>
            <a:ext cx="650269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63CBACF-5324-40FC-A49D-39EE3E56F505}"/>
              </a:ext>
            </a:extLst>
          </p:cNvPr>
          <p:cNvCxnSpPr>
            <a:cxnSpLocks/>
          </p:cNvCxnSpPr>
          <p:nvPr/>
        </p:nvCxnSpPr>
        <p:spPr>
          <a:xfrm>
            <a:off x="10573066" y="5703859"/>
            <a:ext cx="0" cy="10206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BC97BA13-1D6A-4346-85E8-D6E71FD2232A}"/>
              </a:ext>
            </a:extLst>
          </p:cNvPr>
          <p:cNvSpPr txBox="1"/>
          <p:nvPr/>
        </p:nvSpPr>
        <p:spPr>
          <a:xfrm>
            <a:off x="10573067" y="6060281"/>
            <a:ext cx="4862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.</a:t>
            </a:r>
            <a:r>
              <a:rPr lang="en-US" sz="1400" dirty="0">
                <a:latin typeface="Arial Rounded MT Bold" panose="020F0704030504030204" pitchFamily="34" charset="0"/>
                <a:cs typeface="Arial" panose="020B0604020202020204" pitchFamily="34" charset="0"/>
              </a:rPr>
              <a:t>*</a:t>
            </a:r>
            <a:endParaRPr lang="en-US" sz="14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8C77ADC-5AAF-4E56-A94C-6C158072234F}"/>
              </a:ext>
            </a:extLst>
          </p:cNvPr>
          <p:cNvCxnSpPr>
            <a:cxnSpLocks/>
          </p:cNvCxnSpPr>
          <p:nvPr/>
        </p:nvCxnSpPr>
        <p:spPr>
          <a:xfrm>
            <a:off x="5366327" y="3288863"/>
            <a:ext cx="67472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8105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A8C571-A3C7-4E3B-8135-0DE7FA30EA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143000"/>
            <a:ext cx="10287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0D4166-179E-4051-9A32-68A8D525848B}"/>
              </a:ext>
            </a:extLst>
          </p:cNvPr>
          <p:cNvSpPr txBox="1"/>
          <p:nvPr/>
        </p:nvSpPr>
        <p:spPr>
          <a:xfrm>
            <a:off x="5503335" y="1693333"/>
            <a:ext cx="321733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7AA1B2-474D-4962-AC97-012BE67FCACF}"/>
              </a:ext>
            </a:extLst>
          </p:cNvPr>
          <p:cNvSpPr txBox="1"/>
          <p:nvPr/>
        </p:nvSpPr>
        <p:spPr>
          <a:xfrm>
            <a:off x="10642602" y="1693333"/>
            <a:ext cx="321733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97194E-A63A-4D7B-9D4D-7008DA632ADA}"/>
              </a:ext>
            </a:extLst>
          </p:cNvPr>
          <p:cNvSpPr txBox="1"/>
          <p:nvPr/>
        </p:nvSpPr>
        <p:spPr>
          <a:xfrm>
            <a:off x="5503335" y="5122333"/>
            <a:ext cx="321733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13CCC7-6072-4136-8FD5-368D00B0D1DC}"/>
              </a:ext>
            </a:extLst>
          </p:cNvPr>
          <p:cNvSpPr txBox="1"/>
          <p:nvPr/>
        </p:nvSpPr>
        <p:spPr>
          <a:xfrm>
            <a:off x="10642602" y="5122333"/>
            <a:ext cx="321733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494FF3-168D-4F46-B86C-58929D6EB003}"/>
              </a:ext>
            </a:extLst>
          </p:cNvPr>
          <p:cNvSpPr txBox="1"/>
          <p:nvPr/>
        </p:nvSpPr>
        <p:spPr>
          <a:xfrm>
            <a:off x="2209801" y="7626988"/>
            <a:ext cx="361526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Standardized Effect Sizes (SES)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4FB1F1-9DC7-4822-91DE-9BA9F9B45F48}"/>
              </a:ext>
            </a:extLst>
          </p:cNvPr>
          <p:cNvSpPr txBox="1"/>
          <p:nvPr/>
        </p:nvSpPr>
        <p:spPr>
          <a:xfrm>
            <a:off x="7349068" y="7632545"/>
            <a:ext cx="361526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Standardized Effect Sizes (SES)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B63243-7181-454A-8A7B-76DCAB9F213E}"/>
              </a:ext>
            </a:extLst>
          </p:cNvPr>
          <p:cNvSpPr txBox="1"/>
          <p:nvPr/>
        </p:nvSpPr>
        <p:spPr>
          <a:xfrm>
            <a:off x="2061635" y="4197118"/>
            <a:ext cx="361526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Standardized Effect Sizes (SES)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0B8563-7330-45EF-A47E-B067F27EBC48}"/>
              </a:ext>
            </a:extLst>
          </p:cNvPr>
          <p:cNvSpPr txBox="1"/>
          <p:nvPr/>
        </p:nvSpPr>
        <p:spPr>
          <a:xfrm>
            <a:off x="7200902" y="4202675"/>
            <a:ext cx="361526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Standardized Effect Sizes (SES)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3B15E7-1F71-46F5-B751-C93012712161}"/>
              </a:ext>
            </a:extLst>
          </p:cNvPr>
          <p:cNvSpPr txBox="1"/>
          <p:nvPr/>
        </p:nvSpPr>
        <p:spPr>
          <a:xfrm>
            <a:off x="6051550" y="1997555"/>
            <a:ext cx="94403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Vacant Lots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9327F9-A20C-42A3-8E3C-2B759ED092FC}"/>
              </a:ext>
            </a:extLst>
          </p:cNvPr>
          <p:cNvSpPr txBox="1"/>
          <p:nvPr/>
        </p:nvSpPr>
        <p:spPr>
          <a:xfrm>
            <a:off x="863600" y="1997555"/>
            <a:ext cx="94403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Vacant Lots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646E82-36AA-4B08-8602-E21C0353FB07}"/>
              </a:ext>
            </a:extLst>
          </p:cNvPr>
          <p:cNvSpPr txBox="1"/>
          <p:nvPr/>
        </p:nvSpPr>
        <p:spPr>
          <a:xfrm>
            <a:off x="6051550" y="5406659"/>
            <a:ext cx="94403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Vacant Lots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4C2F8E-02A3-4FD2-89CB-32C6E8C5972A}"/>
              </a:ext>
            </a:extLst>
          </p:cNvPr>
          <p:cNvSpPr txBox="1"/>
          <p:nvPr/>
        </p:nvSpPr>
        <p:spPr>
          <a:xfrm>
            <a:off x="863600" y="5406659"/>
            <a:ext cx="94403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Vacant Lots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1764D7-68A6-4659-B81B-A6EE32B57677}"/>
              </a:ext>
            </a:extLst>
          </p:cNvPr>
          <p:cNvSpPr txBox="1"/>
          <p:nvPr/>
        </p:nvSpPr>
        <p:spPr>
          <a:xfrm>
            <a:off x="6051550" y="3009240"/>
            <a:ext cx="94403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Pocket Prairies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F498F3-B5E5-4305-A608-842379508B6C}"/>
              </a:ext>
            </a:extLst>
          </p:cNvPr>
          <p:cNvSpPr txBox="1"/>
          <p:nvPr/>
        </p:nvSpPr>
        <p:spPr>
          <a:xfrm>
            <a:off x="863600" y="3009240"/>
            <a:ext cx="94403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Pocket Prairies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2F5BA7-AEF3-49D0-A6BA-C3DF45C1A59D}"/>
              </a:ext>
            </a:extLst>
          </p:cNvPr>
          <p:cNvSpPr txBox="1"/>
          <p:nvPr/>
        </p:nvSpPr>
        <p:spPr>
          <a:xfrm>
            <a:off x="6051550" y="6436842"/>
            <a:ext cx="94403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Pocket Prairies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F8BFE1-9AA6-4310-92CC-B69D958A93AD}"/>
              </a:ext>
            </a:extLst>
          </p:cNvPr>
          <p:cNvSpPr txBox="1"/>
          <p:nvPr/>
        </p:nvSpPr>
        <p:spPr>
          <a:xfrm>
            <a:off x="863600" y="6436842"/>
            <a:ext cx="94403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Pocket Prairies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DAF915E-0A02-48C7-997E-BE08627B12F7}"/>
              </a:ext>
            </a:extLst>
          </p:cNvPr>
          <p:cNvCxnSpPr>
            <a:cxnSpLocks/>
          </p:cNvCxnSpPr>
          <p:nvPr/>
        </p:nvCxnSpPr>
        <p:spPr>
          <a:xfrm>
            <a:off x="4487334" y="2277533"/>
            <a:ext cx="786631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81B3297-F2E4-4BC6-8C95-3F99CC795C82}"/>
              </a:ext>
            </a:extLst>
          </p:cNvPr>
          <p:cNvCxnSpPr>
            <a:cxnSpLocks/>
          </p:cNvCxnSpPr>
          <p:nvPr/>
        </p:nvCxnSpPr>
        <p:spPr>
          <a:xfrm>
            <a:off x="5021890" y="3298151"/>
            <a:ext cx="252075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F4245B-B6B2-4804-AB93-1C73CEA237DB}"/>
              </a:ext>
            </a:extLst>
          </p:cNvPr>
          <p:cNvCxnSpPr/>
          <p:nvPr/>
        </p:nvCxnSpPr>
        <p:spPr>
          <a:xfrm>
            <a:off x="5273964" y="2277533"/>
            <a:ext cx="0" cy="10206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EA1CC2D-4180-4127-97AE-71A8D7699FD8}"/>
              </a:ext>
            </a:extLst>
          </p:cNvPr>
          <p:cNvSpPr txBox="1"/>
          <p:nvPr/>
        </p:nvSpPr>
        <p:spPr>
          <a:xfrm>
            <a:off x="5281908" y="2633955"/>
            <a:ext cx="4862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.</a:t>
            </a:r>
            <a:r>
              <a:rPr lang="en-US" sz="1400" dirty="0">
                <a:latin typeface="Arial Rounded MT Bold" panose="020F0704030504030204" pitchFamily="34" charset="0"/>
                <a:cs typeface="Arial" panose="020B0604020202020204" pitchFamily="34" charset="0"/>
              </a:rPr>
              <a:t>***</a:t>
            </a:r>
            <a:endParaRPr lang="en-US" sz="14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C3B6011-3A88-4D96-8710-55DF3DB2E340}"/>
              </a:ext>
            </a:extLst>
          </p:cNvPr>
          <p:cNvCxnSpPr/>
          <p:nvPr/>
        </p:nvCxnSpPr>
        <p:spPr>
          <a:xfrm>
            <a:off x="9331806" y="2268245"/>
            <a:ext cx="905934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50CF7E0-E075-4653-9DD7-8F75D6940D9F}"/>
              </a:ext>
            </a:extLst>
          </p:cNvPr>
          <p:cNvCxnSpPr>
            <a:cxnSpLocks/>
          </p:cNvCxnSpPr>
          <p:nvPr/>
        </p:nvCxnSpPr>
        <p:spPr>
          <a:xfrm>
            <a:off x="8885382" y="3288863"/>
            <a:ext cx="135235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77A821C-AA8A-4990-ADCF-AF0536E82EB0}"/>
              </a:ext>
            </a:extLst>
          </p:cNvPr>
          <p:cNvCxnSpPr/>
          <p:nvPr/>
        </p:nvCxnSpPr>
        <p:spPr>
          <a:xfrm>
            <a:off x="10237740" y="2268245"/>
            <a:ext cx="0" cy="10206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75E13AA-46FC-4752-8484-4CF17C2CFE5D}"/>
              </a:ext>
            </a:extLst>
          </p:cNvPr>
          <p:cNvSpPr txBox="1"/>
          <p:nvPr/>
        </p:nvSpPr>
        <p:spPr>
          <a:xfrm>
            <a:off x="10237741" y="2624667"/>
            <a:ext cx="4862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.</a:t>
            </a:r>
            <a:r>
              <a:rPr lang="en-US" sz="1400" dirty="0">
                <a:latin typeface="Arial Rounded MT Bold" panose="020F0704030504030204" pitchFamily="34" charset="0"/>
                <a:cs typeface="Arial" panose="020B0604020202020204" pitchFamily="34" charset="0"/>
              </a:rPr>
              <a:t>**</a:t>
            </a:r>
            <a:endParaRPr lang="en-US" sz="14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6DCA4A2-A3A1-4FF2-95CC-6BA440954533}"/>
              </a:ext>
            </a:extLst>
          </p:cNvPr>
          <p:cNvCxnSpPr>
            <a:cxnSpLocks/>
          </p:cNvCxnSpPr>
          <p:nvPr/>
        </p:nvCxnSpPr>
        <p:spPr>
          <a:xfrm>
            <a:off x="3993241" y="5695845"/>
            <a:ext cx="905934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6EDE5F0-2AC6-4858-BEE7-B03BD44FF558}"/>
              </a:ext>
            </a:extLst>
          </p:cNvPr>
          <p:cNvCxnSpPr>
            <a:cxnSpLocks/>
          </p:cNvCxnSpPr>
          <p:nvPr/>
        </p:nvCxnSpPr>
        <p:spPr>
          <a:xfrm>
            <a:off x="3805383" y="6716463"/>
            <a:ext cx="109379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908CC78-A77F-44E6-AE09-6D369089265A}"/>
              </a:ext>
            </a:extLst>
          </p:cNvPr>
          <p:cNvCxnSpPr>
            <a:cxnSpLocks/>
          </p:cNvCxnSpPr>
          <p:nvPr/>
        </p:nvCxnSpPr>
        <p:spPr>
          <a:xfrm>
            <a:off x="4899175" y="5695845"/>
            <a:ext cx="0" cy="10206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6D6F459-C312-47FC-A01B-72D72366B867}"/>
              </a:ext>
            </a:extLst>
          </p:cNvPr>
          <p:cNvSpPr txBox="1"/>
          <p:nvPr/>
        </p:nvSpPr>
        <p:spPr>
          <a:xfrm>
            <a:off x="4899176" y="6052267"/>
            <a:ext cx="4862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.</a:t>
            </a:r>
            <a:r>
              <a:rPr lang="en-US" sz="1400" dirty="0">
                <a:latin typeface="Arial Rounded MT Bold" panose="020F0704030504030204" pitchFamily="34" charset="0"/>
                <a:cs typeface="Arial" panose="020B0604020202020204" pitchFamily="34" charset="0"/>
              </a:rPr>
              <a:t>*</a:t>
            </a:r>
            <a:endParaRPr lang="en-US" sz="14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39A697D-39C3-4B4E-AD1F-0A80D1837E1C}"/>
              </a:ext>
            </a:extLst>
          </p:cNvPr>
          <p:cNvCxnSpPr>
            <a:cxnSpLocks/>
          </p:cNvCxnSpPr>
          <p:nvPr/>
        </p:nvCxnSpPr>
        <p:spPr>
          <a:xfrm>
            <a:off x="10237740" y="5708080"/>
            <a:ext cx="335326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2F6B3A8-BBD0-42CE-A3AC-594BF0BD6CD6}"/>
              </a:ext>
            </a:extLst>
          </p:cNvPr>
          <p:cNvCxnSpPr>
            <a:cxnSpLocks/>
          </p:cNvCxnSpPr>
          <p:nvPr/>
        </p:nvCxnSpPr>
        <p:spPr>
          <a:xfrm>
            <a:off x="9790546" y="6728698"/>
            <a:ext cx="782521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E4D77C8-8EBB-464D-B87E-5EF064109EC3}"/>
              </a:ext>
            </a:extLst>
          </p:cNvPr>
          <p:cNvCxnSpPr>
            <a:cxnSpLocks/>
          </p:cNvCxnSpPr>
          <p:nvPr/>
        </p:nvCxnSpPr>
        <p:spPr>
          <a:xfrm>
            <a:off x="10573066" y="5708080"/>
            <a:ext cx="0" cy="10206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A0F237D8-9491-4C86-B78F-21E518CA19CF}"/>
              </a:ext>
            </a:extLst>
          </p:cNvPr>
          <p:cNvSpPr txBox="1"/>
          <p:nvPr/>
        </p:nvSpPr>
        <p:spPr>
          <a:xfrm>
            <a:off x="10573067" y="6064502"/>
            <a:ext cx="4862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.</a:t>
            </a:r>
            <a:r>
              <a:rPr lang="en-US" sz="1400" dirty="0">
                <a:latin typeface="Arial Rounded MT Bold" panose="020F0704030504030204" pitchFamily="34" charset="0"/>
                <a:cs typeface="Arial" panose="020B0604020202020204" pitchFamily="34" charset="0"/>
              </a:rPr>
              <a:t>*</a:t>
            </a:r>
            <a:endParaRPr lang="en-US" sz="14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803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287</TotalTime>
  <Words>329</Words>
  <Application>Microsoft Office PowerPoint</Application>
  <PresentationFormat>Custom</PresentationFormat>
  <Paragraphs>189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Rounded MT Bold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Shepard, Caralee</dc:creator>
  <cp:lastModifiedBy>Shepard, Caralee</cp:lastModifiedBy>
  <cp:revision>18</cp:revision>
  <dcterms:created xsi:type="dcterms:W3CDTF">2024-08-08T20:14:14Z</dcterms:created>
  <dcterms:modified xsi:type="dcterms:W3CDTF">2024-08-29T19:56:04Z</dcterms:modified>
</cp:coreProperties>
</file>