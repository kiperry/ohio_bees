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19:04.41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42.16431"/>
      <inkml:brushProperty name="anchorY" value="-713.1969"/>
      <inkml:brushProperty name="scaleFactor" value="0.5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19:10.88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988.83081"/>
      <inkml:brushProperty name="anchorY" value="-1559.86353"/>
      <inkml:brushProperty name="scaleFactor" value="0.5"/>
    </inkml:brush>
  </inkml:definitions>
  <inkml:trace contextRef="#ctx0" brushRef="#br0">0 241 24575,'0'0'0,"4"0"0,8 0 0,4 0 0,9 0 0,5 0 0,6 0 0,6 0 0,0 0 0,3 0 0,2 0 0,12 0 0,-2 0 0,5-5 0,5-1 0,-1-5 0,-2 1 0,-2 1 0,-4 3 0,-7 1 0,-2-3 0,-2 2 0,1 0 0,2 2 0,0 2 0,1 0 0,2 1 0,-1 1 0,1 0 0,0 1 0,0-6 0,0-1 0,1 1 0,-1-5 0,0 1 0,-1 2 0,1-4 0,0 2 0,0-4 0,5 2 0,1 2 0,-1-2 0,-1 1 0,-1-3 0,-1 3 0,-1 1 0,-6 3 0,0 2 0,0 2 0,0 1 0,1 1 0,2 1 0,1 4 0,0 1 0,6 5 0,1-1 0,-1-1 0,0 3 0,-2-2 0,-1-2 0,5-2 0,-1 2 0,-1 0 0,10-2 0,4-2 0,-1-1 0,-3-2 0,1 0 0,2-1 0,-3 5 0,2 0 0,-4 1 0,-3-2 0,-3-1 0,-3-1 0,-2-1 0,4-1 0,4 1 0,0-2 0,0 1 0,-3 0 0,-2 5 0,-3 1 0,0-1 0,-2 5 0,0-2 0,5-1 0,0-1 0,0-3 0,-1 0 0,-1-3 0,-2 1 0,0-1 0,-1-6 0,0 0 0,0-4 0,0-1 0,0 3 0,0 1 0,-1-3 0,-4 2 0,10 1 0,0 2 0,7 2 0,-1-3 0,-1 0 0,-3 0 0,-2 2 0,-2 1 0,-7 2 0,-1 0 0,-1 1 0,1 0 0,1 0 0,2 0 0,0 1 0,1-7 0,1 1 0,0 0 0,0 0 0,0 2 0,1 1 0,-1 0 0,-6 2 0,1 0 0,-1 0 0,2 0 0,1 1 0,0-7 0,2 1 0,0-1 0,1 2 0,-5 1 0,0 1 0,0 0 0,0 2 0,2 5 0,1 1 0,1 5 0,1 0 0,-6-2 0,1-3 0,0-1 0,0 3 0,2-2 0,-4 0 0,0 3 0,1 5 0,2-2 0,0 4 0,-3-3 0,1-2 0,-5 2 0,-4-3 0,-5-3 0,-2-1 0,3-3 0,3-1 0,5-2 0,4 0 0,4 0 0,-4-1 0,2 1 0,0-1 0,1 1 0,2 0 0,0 0 0,1 0 0,1 0 0,-5 0 0,0 0 0,-1 0 0,2 0 0,1 0 0,1 0 0,1 0 0,0-5 0,1-1 0,0 1 0,0 0 0,0 2 0,1 1 0,-1 0 0,-6 2 0,1 0 0,-1 0 0,2 0 0,1 1 0,6-1 0,1 0 0,1 0 0,-1 0 0,-1 0 0,0 0 0,-2 0 0,-1 0 0,1 0 0,-2 0 0,1 0 0,0 0 0,0 0 0,-1 5 0,7 1 0,-1-1 0,0 0 0,0 4 0,-2-2 0,-7 0 0,0-2 0,-1-2 0,0-1 0,2-1 0,1 0 0,0 3 0,1 1 0,1 0 0,5-1 0,17-1 0,-1-1 0,0-1 0,-9-1 0,-6 0 0,-4 0 0,-3 5 0,-1 1 0,0-1 0,0 0 0,1-2 0,0-1 0,0-1 0,6 0 0,1-1 0,4-1 0,5 1 0,-1 0 0,4 0 0,6 5 0,-1 0 0,-5 1 0,-5-2 0,-9 0 0,-5-2 0,-2-1 0,-1 0 0,0-1 0,6-1 0,1 1 0,6 0 0,1 0 0,-2 0 0,9 0 0,-7-1 0,9 1 0,-3 0 0,-3 0 0,-4 0 0,-8 0 0,-3 0 0,-7 0 0,-1 0 0,1 1 0,-3-7 0,1 1 0,2-1 0,3 1 0,2 2 0,2 1 0,-4 1 0,-5 0 0,1 1 0,-5 1 0,2-1 0,3 0 0,2 0 0,4-5 0,1 0 0,2-1 0,1 2 0,0 0 0,0 2 0,1-4 0,-1 0 0,1-5 0,-1 2 0,0-5 0,-6-3 0,1 2 0,-1-2 0,-4 2 0,-4 4 0,1 4 0,-3 2 0,-3-2 0,-3 0 0,-1 2 0,-2 1 0,-2 2 0,0 0 0,0 1 0,0 1 0,0 0 0,6 1 0,4-1 0,2 0 0,-2 0 0,4 0 0,-3 1 0,3-1 0,-2 0 0,-2 0 0,-9-6 0,-2 1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19:13.77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850.7793"/>
      <inkml:brushProperty name="anchorY" value="-2257.48779"/>
      <inkml:brushProperty name="scaleFactor" value="0.5"/>
    </inkml:brush>
  </inkml:definitions>
  <inkml:trace contextRef="#ctx0" brushRef="#br0">1 123 24575,'0'0'0,"0"4"0,5 2 0,11 5 0,11-1 0,9 4 0,14-2 0,5-2 0,14-3 0,1 2 0,-1-1 0,-8-2 0,-5-1 0,8 3 0,-2 4 0,5 5 0,4 9 0,8-2 0,8 2 0,2-1 0,11-4 0,-7 0 0,-2-1 0,-9-3 0,-9-4 0,-8 0 0,-6-2 0,-4-4 0,-3-2 0,0-2 0,-1-1 0,0-2 0,1 0 0,0-1 0,1-5 0,-1 0 0,1-5 0,0-4 0,0-5 0,0-3 0,0 4 0,0 3 0,0 0 0,0 4 0,0-2 0,0-3 0,0 3 0,-1-2 0,1-3 0,0-2 0,0-2 0,0 3 0,0 0 0,0 4 0,0-1 0,0 4 0,0 3 0,0-1 0,0 2 0,-6 2 0,1 2 0,-1 2 0,2 2 0,0 0 0,2 1 0,1 1 0,0-1 0,1 0 0,0 1 0,0-1 0,1 0 0,-1 0 0,0 5 0,0 1 0,0 5 0,5-2 0,0 5 0,1-2 0,-2-2 0,-1-3 0,-1-3 0,-1 4 0,0-1 0,-7-2 0,1 0 0,-1-3 0,1 0 0,2 4 0,0-1 0,2 0 0,1-1 0,-1-1 0,1-1 0,1-1 0,-1-6 0,0 0 0,0-6 0,0-5 0,0-3 0,0 1 0,0-1 0,0-2 0,0 3 0,-1-6 0,1 4 0,0 4 0,0 4 0,0 5 0,5 3 0,6 3 0,5 6 0,-1 6 0,9 6 0,2 5 0,12 2 0,-4 3 0,-5 0 0,-8-4 0,-8-1 0,-5-6 0,1-4 0,-3-4 0,-2 1 0,-1-2 0,-1-1 0,-2-2 0,-5-2 0,0-1 0,-1-1 0,1 0 0,1 0 0,2 0 0,1 0 0,0-1 0,1 6 0,0 1 0,0-1 0,0 0 0,0 3 0,0 0 0,0-2 0,0-1 0,-5-2 0,0-1 0,-1-1 0,1-1 0,2 0 0,1 0 0,6-1 0,1 1 0,0 0 0,0 0 0,-2-1 0,-1 1 0,-1 0 0,0 0 0,-1 0 0,0 0 0,-5 0 0,9 0 0,7 6 0,0-1 0,5 6 0,-1-1 0,-4 4 0,-3-2 0,-2-2 0,-4-3 0,-1-3 0,-1-2 0,0-1 0,-1-1 0,0 0 0,-4-1 0,-1 1 0,0 0 0,1-6 0,2 1 0,1-1 0,1 2 0,0 1 0,1 1 0,0-4 0,0 0 0,0 0 0,0 2 0,0 1 0,0-5 0,0 2 0,0-5 0,0 1 0,0-4 0,0 3 0,0 1 0,0 3 0,0-2 0,-5 1 0,4-4 0,2 2 0,-6-3 0,-5 1 0,0-2 0,-4 1 0,1-1 0,3-4 0,-3 3 0,3 3 0,2-1 0,-3 2 0,-3 3 0,-4-3 0,-3 2 0,-3 3 0,-2 1 0,5 2 0,0-4 0,-1 1 0,4 0 0,-6-3 0,-1 1 0,-7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15:19:19.0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1480 1,'-5'3,"0"1,0-1,0 0,-1 0,1-1,-1 1,0-1,-6 1,-9 5,-10 3,0-2,0-1,-1-2,-63 6,-134-10,146-4,62 2,-18-1,0 2,0 1,-53 10,50-5,0-3,-1-1,-72-5,30 0,-206 3,268-1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19:32.4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2445.94531"/>
      <inkml:brushProperty name="anchorY" value="-2982.01611"/>
      <inkml:brushProperty name="scaleFactor" value="0.5"/>
    </inkml:brush>
  </inkml:definitions>
  <inkml:trace contextRef="#ctx0" brushRef="#br0">28231 0 24575,'0'0'0,"-5"0"0,-6 0 0,-6 0 0,-3 0 0,-4 5 0,-2 1 0,-1-1 0,-1 0 0,1-2 0,-1-1 0,1 0 0,-5-2 0,0 0 0,-5 0 0,-5 5 0,-4 0 0,-3 0 0,-2-1 0,-2-1 0,-1-1 0,1-1 0,-1-1 0,6 1 0,-11-2 0,0 1 0,0 0 0,-5 0 0,1 0 0,2 0 0,7-1 0,3 1 0,1 0 0,0 6 0,0-1 0,0 1 0,3-1 0,1 3 0,-1 0 0,-2-1 0,0-2 0,3 3 0,0-1 0,-2 5 0,0-2 0,-2-2 0,-1 4 0,-1-2 0,-1 2 0,0-1 0,0 3 0,0-2 0,0-3 0,5 3 0,6-3 0,5-1 0,4 2 0,4-1 0,-3 3 0,0-1 0,-4-2 0,-4 2 0,-5-2 0,2 4 0,3-2 0,-2 3 0,-2-2 0,-2 2 0,-2-2 0,3-3 0,4-2 0,-1-3 0,-1-2 0,-3-1 0,-2-2 0,-2 6 0,-2 0 0,4 0 0,1-1 0,-1 0 0,-1-3 0,-1 0 0,-2 0 0,0-1 0,0 0 0,-1 0 0,0-1 0,0 1 0,0 0 0,5 0 0,-5 0 0,5 0 0,0 0 0,-1 0 0,0-5 0,-2-1 0,-6 1 0,-1 0 0,0 2 0,1-4 0,0 0 0,2 1 0,6 2 0,1-4 0,1 0 0,-2 2 0,0-4 0,-2 1 0,0 2 0,-1 1 0,4 3 0,-5-4 0,0 1 0,-1-5 0,-1 1 0,1 2 0,0-4 0,1 3 0,-1-4 0,1 2 0,-5 2 0,0-2 0,-1 1 0,2 3 0,1 1 0,1-2 0,1 1 0,0 1 0,2 2 0,-1 1 0,0 1 0,0 2 0,1 0 0,4 0 0,1 0 0,-1 0 0,0 1 0,-2-1 0,-1 0 0,-1 0 0,0 0 0,-1 0 0,0 0 0,0 0 0,0 0 0,0 0 0,0 0 0,5 0 0,-10 0 0,0 5 0,-2 0 0,1 1 0,7-2 0,2-1 0,1-1 0,-1-1 0,0-1 0,0 1 0,3-2 0,-4 1 0,-2 0 0,-1 0 0,0-5 0,0-1 0,0 1 0,10-5 0,2 2 0,-1 0 0,-1-3 0,-2 2 0,-3-4 0,-1 2 0,-2 2 0,-1 3 0,0 2 0,5 2 0,5 1 0,6 1 0,-1 1 0,-2-1 0,-3 1 0,-4-1 0,-2 0 0,3 0 0,-1 1 0,-1-1 0,-1 5 0,-1 0 0,-2 0 0,0-1 0,4-1 0,0-1 0,1 0 0,-2-2 0,-1 0 0,-1 0 0,4 0 0,6-1 0,-1 1 0,4 0 0,-2 0 0,-2 0 0,2 0 0,-3 5 0,-2 1 0,-3-1 0,-1 0 0,-3-2 0,0-1 0,-1 0 0,5-2 0,0 0 0,0 5 0,-1 1 0,-1-1 0,-1 4 0,5 0 0,-1-2 0,-1-2 0,0-1 0,-2-2 0,-1-1 0,-1-1 0,-1 0 0,5 0 0,1-1 0,-1 1 0,-1 0 0,5 0 0,-2-1 0,0 1 0,-3 0 0,0 0 0,-2 0 0,-1 0 0,-1 0 0,5 0 0,6 0 0,0 1 0,4-1 0,-2-6 0,-3 1 0,3 0 0,3 1 0,-3 1 0,-2 1 0,-3 0 0,-3 2 0,-2 0 0,-2 0 0,-1 0 0,5 1 0,0-1 0,5 5 0,5 0 0,-1 1 0,-3-2 0,-2-1 0,-3-1 0,3-1 0,-2 0 0,-1-1 0,-2-1 0,4 1 0,4 0 0,0 5 0,-2 1 0,-3 4 0,-2 0 0,3-2 0,-1 4 0,-1-2 0,-2 3 0,4-1 0,5 2 0,-1-2 0,-2 2 0,-3-2 0,-2-2 0,-2-4 0,-1-2 0,-2-2 0,0-1 0,0 4 0,-1 0 0,-4 0 0,-1 4 0,0 0 0,2-2 0,1-2 0,1-2 0,1-1 0,0-1 0,-4 0 0,0-2 0,-11 1 0,-9 0 0,-5-1 0,-3 1 0,6 0 0,6 0 0,7 0 0,6 0 0,4 0 0,3 0 0,7 0 0,1 0 0,0 0 0,-12 0 0,-2 0 0,-6 0 0,0 0 0,2 0 0,3 0 0,7 0 0,3 0 0,2 0 0,0 0 0,0 0 0,-1 0 0,-2 0 0,0 0 0,0 0 0,-1 0 0,0 0 0,0 0 0,0 0 0,0 0 0,5 0 0,1 0 0,-1 0 0,0 0 0,-2 0 0,-1 0 0,-1 0 0,0 0 0,-1 0 0,0 0 0,0 0 0,-1 0 0,1 0 0,0 5 0,0 1 0,0-1 0,5 0 0,6-2 0,0-1 0,-1 0 0,-2-2 0,-2 0 0,-3 0 0,-1 0 0,-7-1 0,-1 1 0,1 0 0,0 0 0,1 0 0,2 0 0,1 0 0,5 0 0,2 0 0,5 0 0,-1-5 0,4-1 0,-1 1 0,-3 0 0,-3 2 0,-3-4 0,4 0 0,4-4 0,-1 1 0,-2 2 0,-1-4 0,-4 2 0,-1-3 0,-1 2 0,-2-3 0,0 3 0,0 1 0,-1-2 0,1 3 0,-1 1 0,1-2 0,0 1 0,0 2 0,0-3 0,1 1 0,-1 2 0,0 2 0,0 1 0,-5 3 0,-6 0 0,0 1 0,2 0 0,1 0 0,3 1 0,2-1 0,1 0 0,1 0 0,7 1 0,0-1 0,0 0 0,-1 0 0,-7 0 0,5 0 0,-2 0 0,1 0 0,4 0 0,1 0 0,-1-1 0,-1 1 0,4 0 0,4 0 0,-1 0 0,-2 1 0,-2-1 0,-3 0 0,-2 0 0,-2 0 0,0 0 0,-2 0 0,6 0 0,1 0 0,-2 0 0,1 0 0,-2 0 0,-1 0 0,-1 0 0,-1 0 0,1 0 0,-1 0 0,0 0 0,-1 0 0,1 0 0,0 0 0,5 0 0,-4 0 0,-7 0 0,0 0 0,0 0 0,0 0 0,-3 0 0,0 0 0,3 0 0,1 0 0,1 0 0,8 0 0,0 0 0,7 0 0,-1-6 0,5 1 0,-3 0 0,-2 1 0,-3 1 0,-2 1 0,-8 0 0,-6 2 0,-2 0 0,1 0 0,2 0 0,2 1 0,2-1 0,8 0 0,1 0 0,0 0 0,0 0 0,-1 0 0,-2 5 0,0 0 0,-1 6 0,-1-1 0,0-2 0,0 4 0,0-2 0,0-3 0,0-1 0,0-3 0,-1-1 0,1 4 0,1 0 0,-7 4 0,-4 0 0,-6-1 0,-10-3 0,-3-2 0,3 4 0,0-2 0,6-1 0,5 0 0,7 3 0,3-1 0,3-1 0,2 4 0,1-1 0,0 3 0,0-1 0,0-2 0,-1 2 0,1-1 0,-1-2 0,0 2 0,1 4 0,-1-1 0,0-2 0,0-4 0,0 3 0,0-1 0,0-3 0,0-1 0,-6-2 0,1-1 0,0-2 0,1 0 0,0 0 0,-3 0 0,0-1 0,-4 1 0,2 0 0,0 0 0,-2-1 0,1 1 0,-2 0 0,-10 0 0,2-5 0,3 0 0,4-6 0,5-4 0,3 1 0,3-4 0,1 4 0,2 3 0,5 3 0,0 3 0,1 3 0,-2-4 0,-1 1 0,-7 0 0,-7-4 0,5 1 0,1 1 0,1-4 0,3 2 0,5 2 0,6 1 0,0 3 0,5 1 0,-3 1 0,-2-4 0,2 0 0,-2 0 0,2 1 0,4 1 0,2 1 0,-2 1 0,2 1 0,-4 0 0,2 0 0,-4 0 0,2-5 0,3 0 0,2-1 0,2 2 0,13 1 0,12 1 0,7-5 0,3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15:19:36.8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5609 28,'-917'0,"683"-14,11 1,191 12,-1 2,1 2,0 0,-45 12,-7 5,-2-4,0-4,0-4,-107-3,-708-7,650-14,128 5,-2 0,-100-5,-29 3,-31 0,228 13,-420 16,-79 57,496-64,-91 1,123-10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20:44.87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0112.64844"/>
      <inkml:brushProperty name="anchorY" value="-5144.85352"/>
      <inkml:brushProperty name="scaleFactor" value="0.5"/>
    </inkml:brush>
  </inkml:definitions>
  <inkml:trace contextRef="#ctx0" brushRef="#br0">24050 56 24575,'0'0'0,"0"4"0,-5 2 0,-1 5 0,-10 4 0,-10 4 0,-20 4 0,-8-3 0,-16 1 0,-29 1 0,-20-5 0,-29-4 0,-25-4 0,-22 7-761,-4-2 979,15-3-327,23-2 109,20-3 0,27-3 0,28-1 0,13 3 0,17 0 0,7 0 0,3-1 0,1-2 761,-1 0-978,-7-1 325,-12-1-108,2 0 0,2 0 0,1 0 0,3 5 0,-9 0 0,-4 1 0,-4-2 0,-4-1 0,-2 4 0,-5 0 0,-7-1 0,-9-2 0,-6-1 0,3-1 0,-1 4 0,6 0 0,11-1 0,5-1 0,4 5 0,7-2 0,6 0 0,5-2 0,4-2 0,3-1 0,2-1 0,0-1 0,0 0 0,0 0 0,0-1 0,5 6 0,5 0 0,0 0 0,5-1 0,2-1 0,3-1 0,-2-1 0,-4 0 0,-5-1 0,-3 0 0,-4 0 0,-2-1 0,4 1 0,0 0 0,0 0 0,-1 0 0,-2-5 0,5 0 0,0-1 0,-2 2 0,5 1 0,-1-4 0,3 0 0,-1 1 0,-1 1 0,1 2 0,-1-4 0,-2 1 0,3 0 0,3 1 0,4 2 0,3 1 0,3 2 0,2-1 0,0 1 0,1 1 0,-5-1 0,-5 0 0,-6-5 0,-5 0 0,2 0 0,4-5 0,4 2 0,-2 0 0,8-3 0,-2 2 0,2 2 0,1 2 0,-4-4 0,1 2 0,0 0 0,2 3 0,1 1 0,-4-4 0,2 0 0,-1 2 0,-3 0 0,1-3 0,2 1 0,-4 1 0,2 1 0,-5 2 0,3 2 0,-9-6 0,-3 2 0,-3-1 0,-1 2 0,-2 1 0,1 1 0,0 1 0,0-4 0,0-1 0,1 1 0,0-5 0,0 2 0,0 1 0,0 1 0,5 3 0,1 1 0,5 1 0,-1 1 0,-2 0 0,4 0 0,-2 1 0,4-1 0,-3 0 0,3 0 0,-2 1 0,3-1 0,7 5 0,4 0 0,2 0 0,2-1 0,-1 5 0,-1-2 0,1 0 0,-2-2 0,0-2 0,0-1 0,-1-1 0,-4-1 0,-2 0 0,-4 0 0,-5 0 0,-3-1 0,-5 1 0,-1 0 0,-2 0 0,0 0 0,-1 0 0,0 0 0,6 0 0,0 0 0,5 0 0,0 0 0,-1 0 0,-3 0 0,-1 0 0,-3 0 0,5 0 0,-1 0 0,-1-5 0,0-1 0,3 1 0,-1 0 0,-1-3 0,-1 0 0,-2 2 0,4-4 0,0 1 0,-1 2 0,-2 1 0,-1-3 0,-1 2 0,-1-5 0,5 2 0,-1-3 0,6 1 0,4 3 0,-2 2 0,4 3 0,-2-4 0,1 2 0,2 0 0,3 2 0,2 1 0,2 2 0,1 0 0,-5 1 0,1 0 0,-1 0 0,2 0 0,0 1 0,-3-1 0,0 0 0,-4 0 0,0 0 0,2 0 0,3 0 0,1 0 0,2 0 0,2 0 0,0 0 0,1 0 0,-6 0 0,1 0 0,-1 0 0,-4 0 0,2 0 0,-6 0 0,3 0 0,1 0 0,3 0 0,3 0 0,1 0 0,1 0 0,2 0 0,0 0 0,0 0 0,0 5 0,0 1 0,0-1 0,-6 0 0,-5-2 0,0-1 0,-5 0 0,-3 3 0,-3 1 0,3-1 0,4 0 0,-1-2 0,4-1 0,3-1 0,3-1 0,2 5 0,2 0 0,-4 0 0,1-1 0,-6-1 0,-4-1 0,1 4 0,2 0 0,3 0 0,3-2 0,2-1 0,2-1 0,-4 5 0,1-1 0,-1-1 0,2-1 0,1-1 0,1-1 0,-5-1 0,1 0 0,0-1 0,-4 4 0,1 1 0,-4 6 0,-4-1 0,3-2 0,1-2 0,-1 4 0,-3-2 0,3-1 0,-3 3 0,3-2 0,-2-1 0,3-2 0,3-1 0,3-3 0,-2 0 0,1-1 0,1 0 0,3 0 0,0-1 0,2 1 0,1 0 0,1 0 0,0-1 0,0 1 0,0 0 0,-1 0 0,1 0 0,0 0 0,-1 0 0,1 0 0,-1 0 0,1 1 0,-1-1 0,1 0 0,-6 0 0,0 0 0,0 0 0,-4 0 0,1 0 0,-4 0 0,1 0 0,3-6 0,2 1 0,2 0 0,-3 1 0,-4 1 0,1 1 0,1 0 0,2 2 0,3 0 0,1 0 0,2 0 0,2 1 0,-6-1 0,-5 0 0,1 0 0,-6-5 0,3-1 0,2 1 0,3-5 0,-2 1 0,1 1 0,2 2 0,2 3 0,2-5 0,1 2 0,1 1 0,-5 1 0,-5 1 0,-5 1 0,1-4 0,1 0 0,-1 1 0,-2 1 0,2 1 0,3 1 0,3 1 0,-2-5 0,-2 0 0,-5 1 0,2 1 0,-2 1 0,3 1 0,3 1 0,4 0 0,3 1 0,-3 1 0,2-1 0,0 0 0,2 0 0,1 0 0,1 0 0,1 1 0,1-1 0,-1 0 0,1 0 0,0 0 0,-1 0 0,1 0 0,-6 0 0,1 0 0,-1-1 0,-4 1 0,1 0 0,1 0 0,-4 0 0,-3 0 0,2 0 0,2 0 0,2 0 0,4 0 0,2 0 0,1 0 0,1 0 0,-4 0 0,-1 0 0,1 0 0,0 0 0,2 0 0,-4 0 0,0 0 0,1 0 0,1 0 0,1 0 0,2 0 0,-5 0 0,1 0 0,0 0 0,1 0 0,2 0 0,1 0 0,0 6 0,1-1 0,1 1 0,0-1 0,0-2 0,-1-1 0,1-1 0,0 5 0,-1 0 0,1-1 0,-1-1 0,1-1 0,0-1 0,-1-1 0,1 0 0,-1-1 0,1 4 0,-1 2 0,1-2 0,-1 1 0,1-2 0,-1 4 0,1-1 0,0 0 0,-1-1 0,1-2 0,-1-1 0,1-1 0,-1-1 0,1 0 0,-1 0 0,1 0 0,-1-1 0,1 1 0,-1 0 0,1 0 0,0 0 0,-1 0 0,1 0 0,-1 0 0,1 0 0,-1 0 0,1 0 0,-1 5 0,1 1 0,-1-1 0,1 0 0,0-2 0,-1-1 0,1 0 0,-1-2 0,1 0 0,-1 0 0,-5 0 0,0-1 0,1 1 0,0 0 0,1 0 0,-3 0 0,-1 0 0,2 0 0,1 0 0,1 0 0,2 0 0,1 0 0,0 0 0,0 0 0,-4 0 0,-6 0 0,-5 5 0,-5 0 0,-3 1 0,3-2 0,-1 4 0,5 0 0,-2-1 0,0-2 0,3-2 0,4-1 0,4-1 0,2-1 0,4 0 0,0 0 0,2-1 0,0 1 0,1 0 0,-6 0 0,-1-1 0,-5-4 0,1-1 0,1 1 0,2 0 0,2 2 0,2 1 0,-3 1 0,-1-5 0,-3 1 0,-6 0 0,2 1 0,2-4 0,-2 0 0,2 2 0,3 1 0,-2 2 0,1 1 0,-3 1 0,-3-5 0,-4 1 0,-2-1 0,-3 2 0,4 1 0,10-4 0,0 1 0,4 0 0,2 2 0,-3 1 0,1 1 0,1-4 0,1 0 0,2 1 0,-4 1 0,0 1 0,-4 1 0,0 1 0,-3 0 0,2 1 0,-3 1 0,2-1 0,3 0 0,3 0 0,2 0 0,3 0 0,1 1 0,0 4 0,1 0 0,0 1 0,0-1 0,0-2 0,0 4 0,0-1 0,0 0 0,-1-2 0,-5-1 0,1 5 0,-7-2 0,-4 0 0,2-2 0,-4-1 0,3-1 0,4-1 0,3-1 0,3 0 0,2 0 0,2 0 0,0-1 0,1 1 0,0 0 0,1 0 0,-1 0 0,0 0 0,-1 0 0,1 0 0,0 0 0,-1 0 0,-4 0 0,-7 0 0,-4 0 0,0 0 0,-3 0 0,3 0 0,4 0 0,3 0 0,4 0 0,-3 0 0,1 0 0,1 0 0,2 0 0,1 0 0,1 0 0,-4 0 0,0 0 0,0 0 0,-4 0 0,1 0 0,-4 0 0,2 0 0,-4 0 0,3 0 0,2 0 0,3 0 0,2 0 0,2-5 0,-3-1 0,0 1 0,-5 0 0,-4 2 0,-4 1 0,-4 0 0,-2 2 0,3 0 0,0 0 0,0 0 0,4 1 0,-1-1 0,4 0 0,5 0 0,2 0 0,4 0 0,2 0 0,1 0 0,1 0 0,0 0 0,1 0 0,4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11T15:20:49.6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5634 3,'-134'-1,"-153"3,231 3,-74 16,76-11,-89 6,-462-14,283-5,-666 3,673-26,11-1,251 26,0 2,1 2,-1 3,-53 13,14 5,-2-5,0-3,-128 4,135-19,-160 8,-462 9,480-20,47 2,160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5:55:45.13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0718.87109"/>
      <inkml:brushProperty name="anchorY" value="-2466.08936"/>
      <inkml:brushProperty name="scaleFactor" value="0.5"/>
    </inkml:brush>
  </inkml:definitions>
  <inkml:trace contextRef="#ctx0" brushRef="#br0">5242 82 24575,'0'0'0,"-22"0"0,-46 0 0,-39 0 0,-39 0 0,-30 0 0,-22 0 0,-8-10-1468,15-1 1887,30 0-628,32-3 567,29 2-460,22 2 153,22 3-51,13 3 0,6 2 0,6 1 1110,2 6-1427,2 6 475,1 6-158,1 4 0,-6 4 0,0 1 0,-5-4 0,-5 0 0,-5-5 0,-3 6 0,-3-4 0,0 1 0,-2-4 0,0-4 0,0-4 0,1 2 0,-1-2 0,1-3 0,0-1 0,0-1 0,0-2 0,6-1 0,-11 0 0,-1 0 0,5-1 0,-9 1 0,0 0 0,0 0 0,3 5 0,7 0 0,-3 6 0,1 4 0,1 0 0,0 2 0,0-3 0,0 2 0,1-3 0,0-3 0,0-3 0,6-3 0,5-2 0,5-2 0,5 0 0,-2 0 0,1-6 0,-3 0 0,-5 0 0,-4 2 0,-3 1 0,-3 0 0,-1 7 0,-1 7 0,-1-1 0,0 6 0,1 2 0,4-1 0,7 1 0,5-3 0,4-4 0,-1-3 0,1-3 0,-3-3 0,0-2 0,-3 0 0,2-1 0,1-5 0,3-5 0,3 0 0,1 1 0,-3-4 0,0 4 0,0 1 0,-4 3 0,2-3 0,-5-4 0,2 1 0,7-3 0,2-3 0,3 3 0,6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8CF6-DCAC-EFFB-90BD-BF825F72E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74E80-35C8-A62C-84DD-4322E4062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7922-A35B-B4CC-635A-3A617584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BBEE-128F-2613-23AB-9EC4DE56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999F-9E30-779F-CB4B-E8E9118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D7DC-86BA-C645-C6FD-264E949E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6B1D-C51E-A79C-24BB-86C2E1A4B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07EC3-8B85-1EB6-93B6-8FA27835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F82EE-C4EC-CF1F-7647-CB52D47B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6D100-1EE2-89A5-7D2D-97B96956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C822-0FE8-E7B1-C4AE-452023E9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B5377-1A35-27F8-B14B-A222787A6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9F30-F31F-4F97-8C13-57AB0203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ECBD3-4428-6D8B-1154-0933C9F2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55498-1D69-43C6-EE27-0B83DF1B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3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964D-E9DC-7BC9-842C-E26C2F06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A5C7-1A89-050C-00B9-44F5E5EC1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77C7B-4B51-7532-4216-F59DD57CD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D34F7-52A3-BFCB-5E9C-4A320B92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1EA0-496A-0686-8C4B-1F365EB7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48AC2-DB4E-80E5-0DC1-B33B1FD6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142D-3A90-D51F-83EC-24214D09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ECEE-A603-F5CA-D3F2-117C6ADD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485CD-D1B9-E2E6-8830-47A34B631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1CB7B-6CF5-AAF7-6B31-1CE85B388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1377F-682B-E843-7758-145F70CCD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8CE0B-7DC9-CAED-266A-13FD4760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10/11/2022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149DF-5AB1-C3EA-A0D7-9F772382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34274-B893-7BC8-4893-A2614ED0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1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90C9-AEB6-0392-153C-394331B4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02D7E-4EBB-21C9-49AF-73023209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10/11/2022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4BE76-9500-6BDF-C82E-82989C26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BC15-B3D4-ADF6-8A4D-DCA6BC3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2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8B9C7-9396-0597-3A14-475FB2EA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10/11/2022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1213E-5DB0-0011-D350-CBAA22BC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C6417-F687-54A7-0083-30AA54FC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5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609A-6D53-E84E-2463-2BE1A527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9151-1693-6A92-F9D4-777372BA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3A5FD-7146-F362-1924-E503C19A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0D9CF-B13D-D496-77D2-C368EC57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87726-BCE1-AAD6-C42E-379F4CAA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E59B-3534-1DCE-21AF-AA5485B6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6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FA29-7B47-6FCE-4684-E4FED355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C2BEA-AC87-15B0-8715-12453CF42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06FB1-498B-47C0-0FE5-5FCCE639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53671-2B97-5EDA-D630-755A7EA4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0CF1-58E2-93F4-0A47-E231E02B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46D4-B7BF-5098-BFC9-AD120B0E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5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929E-3BC4-3543-13AF-C645DC99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14F96-C2BD-086D-C3D4-90987767A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EF99-CA32-0FC9-4AA4-F0206998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0922-7744-ADC0-3969-AE69793F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85309-6A54-DA5A-A81B-464C367E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8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4C23F-7FDA-CA13-FFB0-B6FDA12BC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D0019-2FC4-5C16-0E5E-E590BDDD5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F1E89-1C12-FEF4-4787-61666DBB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4945-3ACD-E3D2-2BD7-17EBD3EC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68303-958C-6D66-72F6-84AC4AA1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8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8CBBD-CB25-94A2-376F-60CE9361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EBD3B-D5D2-E884-1856-CA5F476D6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38AAE-A5F2-5499-A7AC-C549C7E6C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10/11/2022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E888-A67B-1D97-8400-7302CD0A4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89F40-EBA9-28DC-1007-28C71EF01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8.png"/><Relationship Id="rId18" Type="http://schemas.openxmlformats.org/officeDocument/2006/relationships/customXml" Target="../ink/ink8.xml"/><Relationship Id="rId3" Type="http://schemas.openxmlformats.org/officeDocument/2006/relationships/image" Target="../media/image23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customXml" Target="../ink/ink5.xml"/><Relationship Id="rId17" Type="http://schemas.openxmlformats.org/officeDocument/2006/relationships/image" Target="../media/image30.png"/><Relationship Id="rId2" Type="http://schemas.openxmlformats.org/officeDocument/2006/relationships/image" Target="../media/image2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customXml" Target="../ink/ink4.xml"/><Relationship Id="rId19" Type="http://schemas.openxmlformats.org/officeDocument/2006/relationships/image" Target="../media/image31.png"/><Relationship Id="rId4" Type="http://schemas.openxmlformats.org/officeDocument/2006/relationships/customXml" Target="../ink/ink1.xml"/><Relationship Id="rId9" Type="http://schemas.openxmlformats.org/officeDocument/2006/relationships/image" Target="../media/image26.png"/><Relationship Id="rId14" Type="http://schemas.openxmlformats.org/officeDocument/2006/relationships/customXml" Target="../ink/ink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>
            <a:extLst>
              <a:ext uri="{FF2B5EF4-FFF2-40B4-BE49-F238E27FC236}">
                <a16:creationId xmlns:a16="http://schemas.microsoft.com/office/drawing/2014/main" id="{46209CFF-0EDF-737E-E3C4-995214FFF5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-1" b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C9DBAE-3572-2F5D-E91C-C2DDF0611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475" y="658807"/>
            <a:ext cx="8891690" cy="103546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Changes I have made for local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80CFD-59A3-E357-8A7E-343A398B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25403"/>
            <a:ext cx="9542753" cy="1346397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Separating Francis’ “Control” and Katie’s “T1”</a:t>
            </a:r>
          </a:p>
        </p:txBody>
      </p:sp>
    </p:spTree>
    <p:extLst>
      <p:ext uri="{BB962C8B-B14F-4D97-AF65-F5344CB8AC3E}">
        <p14:creationId xmlns:p14="http://schemas.microsoft.com/office/powerpoint/2010/main" val="278125143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mute="1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34C4-D6F4-70E4-B6E2-53BCAAE4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among landscape vars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dotchart</a:t>
            </a:r>
            <a:r>
              <a:rPr lang="en-US" dirty="0"/>
              <a:t>(land$#var#, </a:t>
            </a:r>
            <a:r>
              <a:rPr lang="en-US" dirty="0" err="1"/>
              <a:t>pch</a:t>
            </a:r>
            <a:r>
              <a:rPr lang="en-US" dirty="0"/>
              <a:t> = 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A869-3D2E-4569-473B-3973B9C9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1837"/>
            <a:ext cx="10515600" cy="3651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 think it’s fine still?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784F9-DD2E-CBC6-5619-E6FF453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19ED-C681-310D-D9DD-59AB91FC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9440" y="5019833"/>
            <a:ext cx="4114800" cy="365125"/>
          </a:xfrm>
        </p:spPr>
        <p:txBody>
          <a:bodyPr/>
          <a:lstStyle/>
          <a:p>
            <a:r>
              <a:rPr lang="en-US" dirty="0" err="1"/>
              <a:t>pLand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DDE1-1E6D-9E4D-7D4B-2A69136F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B5571-ED0E-1139-D3E8-B172BBD2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0" y="1730422"/>
            <a:ext cx="4114800" cy="3110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594C43-0B82-AE2E-03C8-2262154F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798" y="1621552"/>
            <a:ext cx="4114800" cy="3110023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42B6CD-514E-6AFF-3E7A-7E5B0D71BC18}"/>
              </a:ext>
            </a:extLst>
          </p:cNvPr>
          <p:cNvSpPr txBox="1">
            <a:spLocks/>
          </p:cNvSpPr>
          <p:nvPr/>
        </p:nvSpPr>
        <p:spPr>
          <a:xfrm>
            <a:off x="4558602" y="4871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LPI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911740D-0FFD-43EC-95D8-F2D6E90AD40A}"/>
              </a:ext>
            </a:extLst>
          </p:cNvPr>
          <p:cNvSpPr txBox="1">
            <a:spLocks/>
          </p:cNvSpPr>
          <p:nvPr/>
        </p:nvSpPr>
        <p:spPr>
          <a:xfrm>
            <a:off x="8216202" y="47228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737F6F-D0B5-4525-C4BD-DE5C18137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792" y="1621552"/>
            <a:ext cx="4114798" cy="311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09924F-BF41-8595-5EB4-D1667478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48" y="1485900"/>
            <a:ext cx="7593477" cy="57392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E0F9-EC22-35C0-792C-99FEE434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6" y="136525"/>
            <a:ext cx="8353424" cy="2336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           </a:t>
            </a:r>
            <a:r>
              <a:rPr lang="en-US" sz="2400" dirty="0" err="1"/>
              <a:t>pland</a:t>
            </a:r>
            <a:r>
              <a:rPr lang="en-US" sz="2400" dirty="0"/>
              <a:t>                 </a:t>
            </a:r>
            <a:r>
              <a:rPr lang="en-US" sz="2400" dirty="0" err="1"/>
              <a:t>lpi</a:t>
            </a:r>
            <a:r>
              <a:rPr lang="en-US" sz="2400" dirty="0"/>
              <a:t>                    </a:t>
            </a:r>
            <a:r>
              <a:rPr lang="en-US" sz="2400" dirty="0" err="1"/>
              <a:t>enn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pland</a:t>
            </a:r>
            <a:r>
              <a:rPr lang="en-US" sz="2400" dirty="0"/>
              <a:t>  1.0000000     0.1819472462     -0.6958556927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lpi</a:t>
            </a:r>
            <a:r>
              <a:rPr lang="en-US" sz="2400" dirty="0"/>
              <a:t>    0.1819472        1.0000000000       0.0008583432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enn</a:t>
            </a:r>
            <a:r>
              <a:rPr lang="en-US" sz="2400" dirty="0"/>
              <a:t>  -0.6958557      0.0008583432       1.0000000000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42491-7341-11F0-F942-D08F5787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E054-08F6-B9C6-2B18-47F2255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C01B-C374-FD17-3811-C20EA7B4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5417E-A2F1-4694-7E13-2E4D3C6CACBA}"/>
              </a:ext>
            </a:extLst>
          </p:cNvPr>
          <p:cNvSpPr txBox="1"/>
          <p:nvPr/>
        </p:nvSpPr>
        <p:spPr>
          <a:xfrm>
            <a:off x="190500" y="2857500"/>
            <a:ext cx="4810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plot(land[2:4], </a:t>
            </a:r>
            <a:r>
              <a:rPr lang="en-US" sz="2800" dirty="0" err="1"/>
              <a:t>pch</a:t>
            </a:r>
            <a:r>
              <a:rPr lang="en-US" sz="2800" dirty="0"/>
              <a:t> = 19)</a:t>
            </a:r>
          </a:p>
          <a:p>
            <a:endParaRPr lang="en-US" sz="2800" dirty="0"/>
          </a:p>
          <a:p>
            <a:r>
              <a:rPr lang="en-US" sz="2800" dirty="0" err="1"/>
              <a:t>cor</a:t>
            </a:r>
            <a:r>
              <a:rPr lang="en-US" sz="2800" dirty="0"/>
              <a:t>(land[2:4], method = c("</a:t>
            </a:r>
            <a:r>
              <a:rPr lang="en-US" sz="2800" dirty="0" err="1"/>
              <a:t>pearson</a:t>
            </a:r>
            <a:r>
              <a:rPr lang="en-US" sz="2800" dirty="0"/>
              <a:t>"), use = "</a:t>
            </a:r>
            <a:r>
              <a:rPr lang="en-US" sz="2800" dirty="0" err="1"/>
              <a:t>complete.obs</a:t>
            </a:r>
            <a:r>
              <a:rPr lang="en-US" sz="28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37205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6524A5-7462-62B2-AF6D-C9FC092AC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872" r="-2" b="2779"/>
          <a:stretch/>
        </p:blipFill>
        <p:spPr>
          <a:xfrm>
            <a:off x="2220702" y="2460324"/>
            <a:ext cx="7750596" cy="43976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7947C-84DF-AC01-4CBF-74D25853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81D2C36F-4504-47C0-B82F-A167342A2754}" type="slidenum">
              <a:rPr lang="en-US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EF40B28-234F-9981-9216-FD12B05F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Body lengths vs Null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B4BB98-3766-4DC8-2EF5-0B4DA2148032}"/>
              </a:ext>
            </a:extLst>
          </p:cNvPr>
          <p:cNvSpPr/>
          <p:nvPr/>
        </p:nvSpPr>
        <p:spPr>
          <a:xfrm>
            <a:off x="6257925" y="2460323"/>
            <a:ext cx="1562735" cy="26704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C2B03B-C2CF-57EA-372A-0DAF6A7AFD55}"/>
              </a:ext>
            </a:extLst>
          </p:cNvPr>
          <p:cNvSpPr/>
          <p:nvPr/>
        </p:nvSpPr>
        <p:spPr>
          <a:xfrm>
            <a:off x="3325919" y="3373580"/>
            <a:ext cx="1562735" cy="26704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3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8965-AA39-B6B1-908D-72BEA0E0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Separated Francis and Katie’s control/T1s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8598-3C7D-8490-FC4D-983441F7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143F-B125-AFBE-2AA6-1DB6399B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DF30D-F6DC-BC50-E47B-A323B617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9E5B-5267-5970-0DDD-B91CC019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94A7D-086F-8C7E-A8B5-3DDC1921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909762"/>
            <a:ext cx="104394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8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D668-101F-3667-C866-8E4B5F6E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created Matrices for Francis, Katie, and VLs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CCDC840-CDC6-AF40-11CC-B1F8D91D0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5758" y="1534832"/>
            <a:ext cx="7455283" cy="38927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D532A-4E18-F2B1-4D0E-BE47CE6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80A9-754A-6998-A4FE-8C06A353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A046-7A42-0C21-E8DC-3706ADAF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19305-8B21-366A-83AE-F886D610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37" y="2287712"/>
            <a:ext cx="3321221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1D26-45EB-EED5-F816-2CB43ADC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" y="315556"/>
            <a:ext cx="10515600" cy="1325563"/>
          </a:xfrm>
        </p:spPr>
        <p:txBody>
          <a:bodyPr/>
          <a:lstStyle/>
          <a:p>
            <a:r>
              <a:rPr lang="en-US" dirty="0" err="1"/>
              <a:t>Homegenity</a:t>
            </a:r>
            <a:r>
              <a:rPr lang="en-US" dirty="0"/>
              <a:t> and 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26AA-D3CC-7BCF-C19B-E2121A803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8789" cy="4351338"/>
          </a:xfrm>
        </p:spPr>
        <p:txBody>
          <a:bodyPr/>
          <a:lstStyle/>
          <a:p>
            <a:r>
              <a:rPr lang="en-US" dirty="0"/>
              <a:t>For Bartlett:</a:t>
            </a:r>
          </a:p>
          <a:p>
            <a:pPr lvl="1"/>
            <a:r>
              <a:rPr lang="en-US" dirty="0"/>
              <a:t>All had over a p value of .5</a:t>
            </a:r>
          </a:p>
          <a:p>
            <a:pPr lvl="1"/>
            <a:r>
              <a:rPr lang="en-US" dirty="0"/>
              <a:t>So all groups had homogenous variance</a:t>
            </a:r>
          </a:p>
          <a:p>
            <a:r>
              <a:rPr lang="en-US" dirty="0"/>
              <a:t>Anderson Darling Normality test:</a:t>
            </a:r>
          </a:p>
          <a:p>
            <a:pPr lvl="1"/>
            <a:r>
              <a:rPr lang="en-US" dirty="0"/>
              <a:t>All p values over .2</a:t>
            </a:r>
          </a:p>
          <a:p>
            <a:pPr lvl="1"/>
            <a:r>
              <a:rPr lang="en-US" dirty="0"/>
              <a:t>So the data is normal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D31EE-5F91-086B-7CFF-39F499F5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E14F7-4842-D3D1-71F2-31A2379F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D28CD-4705-DD65-F1AB-04EBBBE9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B8545-74EB-E3BC-9E72-6E3CA143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806" y="915948"/>
            <a:ext cx="6305874" cy="1549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EB5A85-6E87-C514-2259-3A9D2635C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989" y="2644815"/>
            <a:ext cx="4115011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6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449A-2C00-479F-44EE-0A09FA3B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Oh GLM for body length is no longer only intercept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D716532-C214-5D56-A0E0-80FC18CAA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2429" y="3752723"/>
            <a:ext cx="5689571" cy="1523992"/>
          </a:xfrm>
          <a:ln>
            <a:solidFill>
              <a:schemeClr val="accent1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281D9-1B2A-1EC0-DD3B-728F56A7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3C451-981D-608A-1533-90827EB4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195750-C92B-FAC3-C4AD-12DD66C5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" y="1055636"/>
            <a:ext cx="8230037" cy="25358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44409A-1710-BB97-0955-703317440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5" y="3624680"/>
            <a:ext cx="6431484" cy="2322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279EE3-43C5-ECD1-0D25-CCD8BD17B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821" y="2067340"/>
            <a:ext cx="5547387" cy="15573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7519263-85BB-C49F-9B6E-3C4E9858C66B}"/>
              </a:ext>
            </a:extLst>
          </p:cNvPr>
          <p:cNvSpPr txBox="1">
            <a:spLocks/>
          </p:cNvSpPr>
          <p:nvPr/>
        </p:nvSpPr>
        <p:spPr>
          <a:xfrm>
            <a:off x="2209800" y="575170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PLAND, LPI and ENN matter for Francis</a:t>
            </a:r>
          </a:p>
        </p:txBody>
      </p:sp>
    </p:spTree>
    <p:extLst>
      <p:ext uri="{BB962C8B-B14F-4D97-AF65-F5344CB8AC3E}">
        <p14:creationId xmlns:p14="http://schemas.microsoft.com/office/powerpoint/2010/main" val="360804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681CB-843B-461D-8FB5-CACEDE5BA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3ED3C-A6C3-7E6E-F42D-3B96F8F5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E99EB-BA78-A0DB-D4D4-E4F39858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5C96-74C6-1066-D491-D8C70F55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6EDF3-D43A-FCAC-CC4E-29F1F7FF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160"/>
            <a:ext cx="118017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862E59-29AA-4A74-34DC-BF041F61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Kleptoparasites seem unchanged</a:t>
            </a:r>
          </a:p>
        </p:txBody>
      </p:sp>
    </p:spTree>
    <p:extLst>
      <p:ext uri="{BB962C8B-B14F-4D97-AF65-F5344CB8AC3E}">
        <p14:creationId xmlns:p14="http://schemas.microsoft.com/office/powerpoint/2010/main" val="11021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ED72-359E-19C7-2CAF-CCC447FE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Kleptoparasites- Katie and VL results are odd?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077C-8EAC-2765-3470-F030F9C3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1825625"/>
            <a:ext cx="11948160" cy="4351338"/>
          </a:xfrm>
        </p:spPr>
        <p:txBody>
          <a:bodyPr/>
          <a:lstStyle/>
          <a:p>
            <a:r>
              <a:rPr lang="en-US" dirty="0"/>
              <a:t>The step function said that </a:t>
            </a:r>
            <a:r>
              <a:rPr lang="en-US" dirty="0" err="1"/>
              <a:t>enn</a:t>
            </a:r>
            <a:r>
              <a:rPr lang="en-US" dirty="0"/>
              <a:t> was a predictor. (for </a:t>
            </a:r>
            <a:r>
              <a:rPr lang="en-US" dirty="0" err="1"/>
              <a:t>katie</a:t>
            </a:r>
            <a:r>
              <a:rPr lang="en-US" dirty="0"/>
              <a:t>, for VL 3 things were)</a:t>
            </a:r>
          </a:p>
          <a:p>
            <a:r>
              <a:rPr lang="en-US" dirty="0"/>
              <a:t>AIC said null model was best predictor</a:t>
            </a:r>
          </a:p>
          <a:p>
            <a:r>
              <a:rPr lang="en-US" dirty="0"/>
              <a:t>Going with intercept for now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016FE-E7BB-35F3-67FD-82DF431F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98B0F-42C8-324E-8677-43552480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734C-B396-AC22-66D4-17849F3A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1A688A-E934-D958-7A1E-0FAA48B9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044" y="3206588"/>
            <a:ext cx="7626742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6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6813-389B-028F-B5CA-93833EC17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DF315-C9D1-5827-F49D-67DE9FA0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7DF2-97C0-E076-8E6B-1DAD7B8E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6F29-4656-6098-B8CA-8EDA3594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7F0BD-B7A4-BAE2-55EF-20FFC1292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1" y="365125"/>
            <a:ext cx="118017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A10FFA-D6FD-0290-01B7-A78833ED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Generalists are doing just fine</a:t>
            </a:r>
          </a:p>
        </p:txBody>
      </p:sp>
    </p:spTree>
    <p:extLst>
      <p:ext uri="{BB962C8B-B14F-4D97-AF65-F5344CB8AC3E}">
        <p14:creationId xmlns:p14="http://schemas.microsoft.com/office/powerpoint/2010/main" val="396769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DE7A-BF66-4546-FC25-A630D923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Francis’ data fails Anderson Normality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34F15-C3C1-637B-C9D8-A542E3B29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guessing because of that outlier farm?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89A29-152D-9859-94FE-4171BDB0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F4B96-10F9-5EFA-817B-E90C7B08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7CD8B-233A-840B-6FB7-6E4CF1B8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E598BF-0950-010B-A796-382265A40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1" y="2233449"/>
            <a:ext cx="7958294" cy="46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14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8AC8-A55A-106C-5ED1-BE31D456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again step and </a:t>
            </a:r>
            <a:r>
              <a:rPr lang="en-US" dirty="0" err="1"/>
              <a:t>AICc</a:t>
            </a:r>
            <a:r>
              <a:rPr lang="en-US" dirty="0"/>
              <a:t> disagreed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3DC1-AAF2-C1E4-0893-277D761EE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53B2-674F-8C66-1852-DF80F277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08367-1189-DE97-9B6F-A0948AE2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FDAAD-D61B-EAF4-3543-E82B6515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879D7-2D05-4494-56B1-F11A8D63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07" y="2201782"/>
            <a:ext cx="10383385" cy="429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60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5606-E4F4-F9D8-2768-5F566CCC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to specialists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81ED0-659F-039D-4CDD-EA4ECBE5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2188B-FB95-3013-4FA3-E69CA028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8306F-6486-3EAE-95D7-BDAD64F4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D3D3-BABF-C65B-7A9E-F64C413D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4FFA39-D9ED-89AC-25B6-87252C2F8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08"/>
          <a:stretch/>
        </p:blipFill>
        <p:spPr>
          <a:xfrm>
            <a:off x="195105" y="1371600"/>
            <a:ext cx="11801789" cy="58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3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9F97-EC83-D996-ED5F-88F14643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again AIC vs. Step was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A30FC-0866-9D15-D4FF-14ABE3E6D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 vs. 0.4 for </a:t>
            </a:r>
            <a:r>
              <a:rPr lang="en-US" dirty="0" err="1"/>
              <a:t>AICc</a:t>
            </a:r>
            <a:r>
              <a:rPr lang="en-US"/>
              <a:t> value.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AE09D-AB73-0136-93C4-18EA559F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6851B-16ED-F9B3-B13C-2C004563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C705-B5CA-D9DC-5BC4-10AC623D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1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1C62-77D1-5D18-13A6-A47582F2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AA703-0B01-6B9A-8522-FB854978D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1 slide- all bees did this, </a:t>
            </a:r>
          </a:p>
          <a:p>
            <a:r>
              <a:rPr lang="en-US" dirty="0"/>
              <a:t>Have one slide all bees did this</a:t>
            </a:r>
          </a:p>
          <a:p>
            <a:r>
              <a:rPr lang="en-US" dirty="0"/>
              <a:t>Then go into detail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0BEF-F18D-C55B-1124-9D13B5AF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D4E5-1B46-D641-2249-CD458F6D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C0D58-0CD5-8CDA-0851-C2B6E822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0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D563-1F66-EB79-8399-AF55722EC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Okay final tally of </a:t>
            </a:r>
            <a:r>
              <a:rPr lang="en-US" dirty="0" err="1"/>
              <a:t>differrences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A707-4764-2EE5-D57F-4035468E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D624C-E8E8-3EEF-ED42-4F9BB1E1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0CD0-1E1F-8A22-7FAB-422926D9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4CEB2-244C-327C-6A20-633254DD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AE5A4D-2D09-5D25-4775-038D0CE92E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24"/>
          <a:stretch/>
        </p:blipFill>
        <p:spPr>
          <a:xfrm>
            <a:off x="0" y="365123"/>
            <a:ext cx="7797666" cy="64928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8A83BB-AE2B-D1F0-8B3E-24999AC0FE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78"/>
          <a:stretch/>
        </p:blipFill>
        <p:spPr>
          <a:xfrm>
            <a:off x="7800181" y="365124"/>
            <a:ext cx="4391819" cy="6492875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DFF9B9-38A5-5FDE-41D8-60B6DF5EE462}"/>
                  </a:ext>
                </a:extLst>
              </p14:cNvPr>
              <p14:cNvContentPartPr/>
              <p14:nvPr/>
            </p14:nvContentPartPr>
            <p14:xfrm>
              <a:off x="5495475" y="28425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DFF9B9-38A5-5FDE-41D8-60B6DF5EE4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7835" y="1042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3A82027-56E7-0132-C5DE-7044C97896DF}"/>
              </a:ext>
            </a:extLst>
          </p:cNvPr>
          <p:cNvGrpSpPr/>
          <p:nvPr/>
        </p:nvGrpSpPr>
        <p:grpSpPr>
          <a:xfrm>
            <a:off x="1952715" y="2613060"/>
            <a:ext cx="10211400" cy="178560"/>
            <a:chOff x="1952715" y="2613060"/>
            <a:chExt cx="10211400" cy="1785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0BC99E-234F-78A8-4DE4-9CB024D0932A}"/>
                    </a:ext>
                  </a:extLst>
                </p14:cNvPr>
                <p14:cNvContentPartPr/>
                <p14:nvPr/>
              </p14:nvContentPartPr>
              <p14:xfrm>
                <a:off x="1952715" y="2627820"/>
                <a:ext cx="5765760" cy="11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0BC99E-234F-78A8-4DE4-9CB024D093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4715" y="2609820"/>
                  <a:ext cx="5801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39350C-7DC5-BBC1-526E-CEE9CE433FC8}"/>
                    </a:ext>
                  </a:extLst>
                </p14:cNvPr>
                <p14:cNvContentPartPr/>
                <p14:nvPr/>
              </p14:nvContentPartPr>
              <p14:xfrm>
                <a:off x="7934115" y="2613060"/>
                <a:ext cx="4230000" cy="178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39350C-7DC5-BBC1-526E-CEE9CE433FC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16475" y="2595420"/>
                  <a:ext cx="426564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AF98B9B-3685-6172-B01A-B92098961573}"/>
                  </a:ext>
                </a:extLst>
              </p14:cNvPr>
              <p14:cNvContentPartPr/>
              <p14:nvPr/>
            </p14:nvContentPartPr>
            <p14:xfrm>
              <a:off x="7153635" y="2523780"/>
              <a:ext cx="533160" cy="39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AF98B9B-3685-6172-B01A-B920989615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99995" y="2416140"/>
                <a:ext cx="6408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44BBA5-3F5F-24DB-23F2-3CC37164C641}"/>
                  </a:ext>
                </a:extLst>
              </p14:cNvPr>
              <p14:cNvContentPartPr/>
              <p14:nvPr/>
            </p14:nvContentPartPr>
            <p14:xfrm>
              <a:off x="1752915" y="3019140"/>
              <a:ext cx="10163160" cy="191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44BBA5-3F5F-24DB-23F2-3CC37164C6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4915" y="3001140"/>
                <a:ext cx="101988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57AADF6-33DD-8BBA-7D98-F34BA3BA4DEE}"/>
                  </a:ext>
                </a:extLst>
              </p14:cNvPr>
              <p14:cNvContentPartPr/>
              <p14:nvPr/>
            </p14:nvContentPartPr>
            <p14:xfrm>
              <a:off x="9972795" y="2923380"/>
              <a:ext cx="2019240" cy="39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57AADF6-33DD-8BBA-7D98-F34BA3BA4D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19155" y="2815380"/>
                <a:ext cx="21268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DE4E22-A031-F3A4-7F32-333624886FD0}"/>
                  </a:ext>
                </a:extLst>
              </p14:cNvPr>
              <p14:cNvContentPartPr/>
              <p14:nvPr/>
            </p14:nvContentPartPr>
            <p14:xfrm>
              <a:off x="3343755" y="4694580"/>
              <a:ext cx="8658000" cy="163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DE4E22-A031-F3A4-7F32-333624886F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26115" y="4676940"/>
                <a:ext cx="86936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E54200-EE74-0F8A-6160-AC0E605CC076}"/>
                  </a:ext>
                </a:extLst>
              </p14:cNvPr>
              <p14:cNvContentPartPr/>
              <p14:nvPr/>
            </p14:nvContentPartPr>
            <p14:xfrm>
              <a:off x="10049835" y="4551660"/>
              <a:ext cx="2028240" cy="49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E54200-EE74-0F8A-6160-AC0E605CC0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996195" y="4444020"/>
                <a:ext cx="2135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6DBD655-DAC5-F200-B72B-706E10E2F230}"/>
                  </a:ext>
                </a:extLst>
              </p14:cNvPr>
              <p14:cNvContentPartPr/>
              <p14:nvPr/>
            </p14:nvContentPartPr>
            <p14:xfrm>
              <a:off x="1465275" y="4675500"/>
              <a:ext cx="1887120" cy="192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6DBD655-DAC5-F200-B72B-706E10E2F2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47635" y="4657500"/>
                <a:ext cx="192276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418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3BCF-EC5E-8671-E539-4CA973CD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3B1B-3FC0-C4A3-89EE-681F12F95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VL comparisons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7F85F-3DF9-4CB7-0F83-A3819B49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39906-052A-6BC0-F2A6-8F27C36D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14700" y="6367740"/>
            <a:ext cx="5848350" cy="125135"/>
          </a:xfrm>
        </p:spPr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percentage of the landscape that was greenspace-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4B034-0D2D-88A5-672C-52E441A7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8C91A8-9419-D079-426F-C9DBC2AB5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42"/>
          <a:stretch/>
        </p:blipFill>
        <p:spPr>
          <a:xfrm>
            <a:off x="3735070" y="1690688"/>
            <a:ext cx="8286750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8BD16C-DFDE-6171-7827-A80573DF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870" y="3505994"/>
            <a:ext cx="798195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D61B4F-4417-34CD-7EF1-6F725B63B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704795"/>
            <a:ext cx="78390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6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9F9C-9F91-002B-198A-CBCA0B6B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11E9-A6C2-D816-06D6-E7EAD5197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468C0-C0EA-2AC3-B2FA-A8F68546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E46D3-B5A6-3410-A794-0C99BD80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7909-DE99-D935-225A-208C92EFD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08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6C54-751B-FAE2-D3AD-0C45EAE8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900B3-4C0E-DF40-F381-F6A5055BB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1F93F-9F08-AF4A-AFD8-8C32F086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DE94-4D23-2249-36C1-55AEDD50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EDD2-9AD2-2DF4-EA2A-33290430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1CB2E-3AE6-5827-9A92-A1CC83E4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B847-99CC-5A1A-A91C-61A04854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CC91-2A32-6B62-5F48-3BB4073C8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8D0E6-B000-C3BA-5748-CABD63C7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0166-0349-DB7A-81A6-9C47FA4E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36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D37D-6CA8-2AB8-4ADF-F1987E77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A51FD-7A4D-BDE9-E223-CD399C05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FE81C-6344-0888-BB98-DC9A3B88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7E11C-6A1E-B896-80E8-3DAC7333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7B23-7380-9889-B2D3-04F26BCB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46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B802-0694-33E1-9131-BC85F95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A331A-4090-F714-E547-E15A65E81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FF1CF-FA74-DF3D-A410-0E803027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26866-105E-70F6-BA43-55C5556D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9F719-6B0E-4D2C-7D93-12DC0137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97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339</Words>
  <Application>Microsoft Office PowerPoint</Application>
  <PresentationFormat>Widescreen</PresentationFormat>
  <Paragraphs>105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Changes I have made for local analysis</vt:lpstr>
      <vt:lpstr>Relationships among landscape vars  dotchart(land$#var#, pch = 19)</vt:lpstr>
      <vt:lpstr>PowerPoint Presentation</vt:lpstr>
      <vt:lpstr>Body lengths vs Null</vt:lpstr>
      <vt:lpstr>Separated Francis and Katie’s control/T1s</vt:lpstr>
      <vt:lpstr>Then created Matrices for Francis, Katie, and VLs</vt:lpstr>
      <vt:lpstr>Homegenity and Normality</vt:lpstr>
      <vt:lpstr>Oh GLM for body length is no longer only intercept</vt:lpstr>
      <vt:lpstr>Kleptoparasites seem unchanged</vt:lpstr>
      <vt:lpstr>Kleptoparasites- Katie and VL results are odd?</vt:lpstr>
      <vt:lpstr>Generalists are doing just fine</vt:lpstr>
      <vt:lpstr>Francis’ data fails Anderson Normality test</vt:lpstr>
      <vt:lpstr>Once again step and AICc disagreed</vt:lpstr>
      <vt:lpstr>On to specialists</vt:lpstr>
      <vt:lpstr>Once again AIC vs. Step was different</vt:lpstr>
      <vt:lpstr>PowerPoint Presentation</vt:lpstr>
      <vt:lpstr>Okay final tally of differrences</vt:lpstr>
      <vt:lpstr>Specialists</vt:lpstr>
      <vt:lpstr>Soil</vt:lpstr>
      <vt:lpstr>cavity</vt:lpstr>
      <vt:lpstr>wood</vt:lpstr>
      <vt:lpstr>solitary</vt:lpstr>
      <vt:lpstr>native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Changes I have made for local analysis</dc:title>
  <dc:creator>Shepard, Caralee A.</dc:creator>
  <cp:lastModifiedBy>Shepard, Caralee A.</cp:lastModifiedBy>
  <cp:revision>11</cp:revision>
  <dcterms:created xsi:type="dcterms:W3CDTF">2022-09-27T11:59:17Z</dcterms:created>
  <dcterms:modified xsi:type="dcterms:W3CDTF">2022-10-11T16:03:51Z</dcterms:modified>
</cp:coreProperties>
</file>